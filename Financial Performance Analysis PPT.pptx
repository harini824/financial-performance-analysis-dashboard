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720"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1">
        <a:schemeClr val="bg1"/>
      </p:bgRef>
    </p:bg>
    <p:spTree>
      <p:nvGrpSpPr>
        <p:cNvPr id="1" name=""/>
        <p:cNvGrpSpPr/>
        <p:nvPr/>
      </p:nvGrpSpPr>
      <p:grpSpPr>
        <a:xfrm>
          <a:off x="0" y="0"/>
          <a:ext cx="0" cy="0"/>
          <a:chOff x="0" y="0"/>
          <a:chExt cx="0" cy="0"/>
        </a:xfrm>
      </p:grpSpPr>
      <p:grpSp>
        <p:nvGrpSpPr>
          <p:cNvPr id="451" name="Group 450"/>
          <p:cNvGrpSpPr/>
          <p:nvPr/>
        </p:nvGrpSpPr>
        <p:grpSpPr>
          <a:xfrm>
            <a:off x="0" y="0"/>
            <a:ext cx="9555163" cy="6853238"/>
            <a:chOff x="1524000" y="0"/>
            <a:chExt cx="9555163" cy="6853238"/>
          </a:xfrm>
        </p:grpSpPr>
        <p:sp>
          <p:nvSpPr>
            <p:cNvPr id="452" name="Freeform 6"/>
            <p:cNvSpPr/>
            <p:nvPr/>
          </p:nvSpPr>
          <p:spPr bwMode="auto">
            <a:xfrm>
              <a:off x="1524000" y="1331913"/>
              <a:ext cx="7837488" cy="5521325"/>
            </a:xfrm>
            <a:custGeom>
              <a:avLst/>
              <a:gdLst/>
              <a:ahLst/>
              <a:cxnLst/>
              <a:rect l="0" t="0" r="r" b="b"/>
              <a:pathLst>
                <a:path w="1648" h="1161">
                  <a:moveTo>
                    <a:pt x="1362" y="1161"/>
                  </a:moveTo>
                  <a:cubicBezTo>
                    <a:pt x="1648" y="920"/>
                    <a:pt x="1283" y="505"/>
                    <a:pt x="1097" y="326"/>
                  </a:cubicBezTo>
                  <a:cubicBezTo>
                    <a:pt x="926" y="162"/>
                    <a:pt x="709" y="35"/>
                    <a:pt x="470" y="14"/>
                  </a:cubicBezTo>
                  <a:cubicBezTo>
                    <a:pt x="315" y="0"/>
                    <a:pt x="142" y="49"/>
                    <a:pt x="0" y="138"/>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3" name="Freeform 7"/>
            <p:cNvSpPr/>
            <p:nvPr/>
          </p:nvSpPr>
          <p:spPr bwMode="auto">
            <a:xfrm>
              <a:off x="1524000" y="5564188"/>
              <a:ext cx="1412875" cy="1284288"/>
            </a:xfrm>
            <a:custGeom>
              <a:avLst/>
              <a:gdLst/>
              <a:ahLst/>
              <a:cxnLst/>
              <a:rect l="0" t="0" r="r" b="b"/>
              <a:pathLst>
                <a:path w="297" h="270">
                  <a:moveTo>
                    <a:pt x="0" y="0"/>
                  </a:moveTo>
                  <a:cubicBezTo>
                    <a:pt x="73" y="119"/>
                    <a:pt x="186" y="220"/>
                    <a:pt x="297" y="27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4" name="Freeform 8"/>
            <p:cNvSpPr/>
            <p:nvPr/>
          </p:nvSpPr>
          <p:spPr bwMode="auto">
            <a:xfrm>
              <a:off x="1524000" y="2030413"/>
              <a:ext cx="6510338" cy="4813300"/>
            </a:xfrm>
            <a:custGeom>
              <a:avLst/>
              <a:gdLst/>
              <a:ahLst/>
              <a:cxnLst/>
              <a:rect l="0" t="0" r="r" b="b"/>
              <a:pathLst>
                <a:path w="1369" h="1012">
                  <a:moveTo>
                    <a:pt x="845" y="1012"/>
                  </a:moveTo>
                  <a:cubicBezTo>
                    <a:pt x="1043" y="967"/>
                    <a:pt x="1369" y="853"/>
                    <a:pt x="1263" y="588"/>
                  </a:cubicBezTo>
                  <a:cubicBezTo>
                    <a:pt x="1164" y="340"/>
                    <a:pt x="861" y="107"/>
                    <a:pt x="602" y="49"/>
                  </a:cubicBezTo>
                  <a:cubicBezTo>
                    <a:pt x="383" y="0"/>
                    <a:pt x="135" y="97"/>
                    <a:pt x="0" y="28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5" name="Freeform 9"/>
            <p:cNvSpPr/>
            <p:nvPr/>
          </p:nvSpPr>
          <p:spPr bwMode="auto">
            <a:xfrm>
              <a:off x="1528763" y="6207125"/>
              <a:ext cx="717550" cy="646113"/>
            </a:xfrm>
            <a:custGeom>
              <a:avLst/>
              <a:gdLst/>
              <a:ahLst/>
              <a:cxnLst/>
              <a:rect l="0" t="0" r="r" b="b"/>
              <a:pathLst>
                <a:path w="151" h="136">
                  <a:moveTo>
                    <a:pt x="0" y="0"/>
                  </a:moveTo>
                  <a:cubicBezTo>
                    <a:pt x="45" y="52"/>
                    <a:pt x="97" y="99"/>
                    <a:pt x="151" y="13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6" name="Freeform 10"/>
            <p:cNvSpPr/>
            <p:nvPr/>
          </p:nvSpPr>
          <p:spPr bwMode="auto">
            <a:xfrm>
              <a:off x="1524000" y="1806575"/>
              <a:ext cx="6753225" cy="5046663"/>
            </a:xfrm>
            <a:custGeom>
              <a:avLst/>
              <a:gdLst/>
              <a:ahLst/>
              <a:cxnLst/>
              <a:rect l="0" t="0" r="r" b="b"/>
              <a:pathLst>
                <a:path w="1420" h="1061">
                  <a:moveTo>
                    <a:pt x="1034" y="1061"/>
                  </a:moveTo>
                  <a:cubicBezTo>
                    <a:pt x="1148" y="1019"/>
                    <a:pt x="1283" y="957"/>
                    <a:pt x="1345" y="845"/>
                  </a:cubicBezTo>
                  <a:cubicBezTo>
                    <a:pt x="1420" y="710"/>
                    <a:pt x="1338" y="570"/>
                    <a:pt x="1249" y="466"/>
                  </a:cubicBezTo>
                  <a:cubicBezTo>
                    <a:pt x="1068" y="253"/>
                    <a:pt x="816" y="57"/>
                    <a:pt x="530" y="23"/>
                  </a:cubicBezTo>
                  <a:cubicBezTo>
                    <a:pt x="336" y="0"/>
                    <a:pt x="140" y="87"/>
                    <a:pt x="0" y="22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7" name="Freeform 11"/>
            <p:cNvSpPr/>
            <p:nvPr/>
          </p:nvSpPr>
          <p:spPr bwMode="auto">
            <a:xfrm>
              <a:off x="1524000" y="669925"/>
              <a:ext cx="8797925" cy="6183313"/>
            </a:xfrm>
            <a:custGeom>
              <a:avLst/>
              <a:gdLst/>
              <a:ahLst/>
              <a:cxnLst/>
              <a:rect l="0" t="0" r="r" b="b"/>
              <a:pathLst>
                <a:path w="1850" h="1300">
                  <a:moveTo>
                    <a:pt x="1552" y="1300"/>
                  </a:moveTo>
                  <a:cubicBezTo>
                    <a:pt x="1850" y="1019"/>
                    <a:pt x="1504" y="652"/>
                    <a:pt x="1288" y="447"/>
                  </a:cubicBezTo>
                  <a:cubicBezTo>
                    <a:pt x="1085" y="255"/>
                    <a:pt x="838" y="90"/>
                    <a:pt x="559" y="37"/>
                  </a:cubicBezTo>
                  <a:cubicBezTo>
                    <a:pt x="364" y="0"/>
                    <a:pt x="171" y="40"/>
                    <a:pt x="0" y="131"/>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8" name="Freeform 12"/>
            <p:cNvSpPr/>
            <p:nvPr/>
          </p:nvSpPr>
          <p:spPr bwMode="auto">
            <a:xfrm>
              <a:off x="1524000" y="119063"/>
              <a:ext cx="9555163" cy="6734175"/>
            </a:xfrm>
            <a:custGeom>
              <a:avLst/>
              <a:gdLst/>
              <a:ahLst/>
              <a:cxnLst/>
              <a:rect l="0" t="0" r="r" b="b"/>
              <a:pathLst>
                <a:path w="2009" h="1416">
                  <a:moveTo>
                    <a:pt x="1725" y="1416"/>
                  </a:moveTo>
                  <a:cubicBezTo>
                    <a:pt x="2009" y="1117"/>
                    <a:pt x="1728" y="785"/>
                    <a:pt x="1492" y="565"/>
                  </a:cubicBezTo>
                  <a:cubicBezTo>
                    <a:pt x="1248" y="339"/>
                    <a:pt x="961" y="143"/>
                    <a:pt x="635" y="61"/>
                  </a:cubicBezTo>
                  <a:cubicBezTo>
                    <a:pt x="392" y="0"/>
                    <a:pt x="190" y="18"/>
                    <a:pt x="0" y="10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9" name="Freeform 13"/>
            <p:cNvSpPr/>
            <p:nvPr/>
          </p:nvSpPr>
          <p:spPr bwMode="auto">
            <a:xfrm>
              <a:off x="5419725" y="4763"/>
              <a:ext cx="5216525" cy="5368925"/>
            </a:xfrm>
            <a:custGeom>
              <a:avLst/>
              <a:gdLst/>
              <a:ahLst/>
              <a:cxnLst/>
              <a:rect l="0" t="0" r="r" b="b"/>
              <a:pathLst>
                <a:path w="1097" h="1129">
                  <a:moveTo>
                    <a:pt x="1097" y="1129"/>
                  </a:moveTo>
                  <a:cubicBezTo>
                    <a:pt x="1031" y="909"/>
                    <a:pt x="843" y="701"/>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0" name="Freeform 15"/>
            <p:cNvSpPr/>
            <p:nvPr/>
          </p:nvSpPr>
          <p:spPr bwMode="auto">
            <a:xfrm>
              <a:off x="5813425" y="4763"/>
              <a:ext cx="4832350" cy="4822825"/>
            </a:xfrm>
            <a:custGeom>
              <a:avLst/>
              <a:gdLst/>
              <a:ahLst/>
              <a:cxnLst/>
              <a:rect l="0" t="0" r="r" b="b"/>
              <a:pathLst>
                <a:path w="1016" h="1014">
                  <a:moveTo>
                    <a:pt x="1016" y="1014"/>
                  </a:moveTo>
                  <a:cubicBezTo>
                    <a:pt x="934" y="849"/>
                    <a:pt x="802" y="6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61" name="Freeform 16"/>
            <p:cNvSpPr/>
            <p:nvPr/>
          </p:nvSpPr>
          <p:spPr bwMode="auto">
            <a:xfrm>
              <a:off x="6003925" y="4763"/>
              <a:ext cx="4641850" cy="4598988"/>
            </a:xfrm>
            <a:custGeom>
              <a:avLst/>
              <a:gdLst/>
              <a:ahLst/>
              <a:cxnLst/>
              <a:rect l="0" t="0" r="r" b="b"/>
              <a:pathLst>
                <a:path w="976" h="967">
                  <a:moveTo>
                    <a:pt x="976" y="967"/>
                  </a:moveTo>
                  <a:cubicBezTo>
                    <a:pt x="894" y="822"/>
                    <a:pt x="779" y="689"/>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462" name="Freeform 17"/>
            <p:cNvSpPr/>
            <p:nvPr/>
          </p:nvSpPr>
          <p:spPr bwMode="auto">
            <a:xfrm>
              <a:off x="6203950" y="0"/>
              <a:ext cx="4441825" cy="4237038"/>
            </a:xfrm>
            <a:custGeom>
              <a:avLst/>
              <a:gdLst/>
              <a:ahLst/>
              <a:cxnLst/>
              <a:rect l="0" t="0" r="r" b="b"/>
              <a:pathLst>
                <a:path w="934" h="891">
                  <a:moveTo>
                    <a:pt x="934" y="891"/>
                  </a:moveTo>
                  <a:cubicBezTo>
                    <a:pt x="863" y="783"/>
                    <a:pt x="778" y="684"/>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3" name="Freeform 18"/>
            <p:cNvSpPr/>
            <p:nvPr/>
          </p:nvSpPr>
          <p:spPr bwMode="auto">
            <a:xfrm>
              <a:off x="6456363" y="4763"/>
              <a:ext cx="4179888" cy="3986213"/>
            </a:xfrm>
            <a:custGeom>
              <a:avLst/>
              <a:gdLst/>
              <a:ahLst/>
              <a:cxnLst/>
              <a:rect l="0" t="0" r="r" b="b"/>
              <a:pathLst>
                <a:path w="879" h="838">
                  <a:moveTo>
                    <a:pt x="879" y="838"/>
                  </a:moveTo>
                  <a:cubicBezTo>
                    <a:pt x="821" y="755"/>
                    <a:pt x="756" y="679"/>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4" name="Freeform 19"/>
            <p:cNvSpPr/>
            <p:nvPr/>
          </p:nvSpPr>
          <p:spPr bwMode="auto">
            <a:xfrm>
              <a:off x="6869113" y="4763"/>
              <a:ext cx="3776663" cy="3838575"/>
            </a:xfrm>
            <a:custGeom>
              <a:avLst/>
              <a:gdLst/>
              <a:ahLst/>
              <a:cxnLst/>
              <a:rect l="0" t="0" r="r" b="b"/>
              <a:pathLst>
                <a:path w="794" h="807">
                  <a:moveTo>
                    <a:pt x="794" y="807"/>
                  </a:moveTo>
                  <a:cubicBezTo>
                    <a:pt x="745" y="739"/>
                    <a:pt x="695" y="676"/>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5" name="Freeform 20"/>
            <p:cNvSpPr/>
            <p:nvPr/>
          </p:nvSpPr>
          <p:spPr bwMode="auto">
            <a:xfrm>
              <a:off x="8758238" y="4763"/>
              <a:ext cx="1887538" cy="1355725"/>
            </a:xfrm>
            <a:custGeom>
              <a:avLst/>
              <a:gdLst/>
              <a:ahLst/>
              <a:cxnLst/>
              <a:rect l="0" t="0" r="r" b="b"/>
              <a:pathLst>
                <a:path w="397" h="285">
                  <a:moveTo>
                    <a:pt x="397" y="285"/>
                  </a:moveTo>
                  <a:cubicBezTo>
                    <a:pt x="270" y="182"/>
                    <a:pt x="138" y="8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6" name="Freeform 21"/>
            <p:cNvSpPr/>
            <p:nvPr/>
          </p:nvSpPr>
          <p:spPr bwMode="auto">
            <a:xfrm>
              <a:off x="9223375" y="9525"/>
              <a:ext cx="1422400" cy="1108075"/>
            </a:xfrm>
            <a:custGeom>
              <a:avLst/>
              <a:gdLst/>
              <a:ahLst/>
              <a:cxnLst/>
              <a:rect l="0" t="0" r="r" b="b"/>
              <a:pathLst>
                <a:path w="299" h="233">
                  <a:moveTo>
                    <a:pt x="299" y="233"/>
                  </a:moveTo>
                  <a:cubicBezTo>
                    <a:pt x="197" y="145"/>
                    <a:pt x="97" y="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7" name="Freeform 22"/>
            <p:cNvSpPr/>
            <p:nvPr/>
          </p:nvSpPr>
          <p:spPr bwMode="auto">
            <a:xfrm>
              <a:off x="10009188" y="4763"/>
              <a:ext cx="636588" cy="361950"/>
            </a:xfrm>
            <a:custGeom>
              <a:avLst/>
              <a:gdLst/>
              <a:ahLst/>
              <a:cxnLst/>
              <a:rect l="0" t="0" r="r" b="b"/>
              <a:pathLst>
                <a:path w="134" h="76">
                  <a:moveTo>
                    <a:pt x="0" y="0"/>
                  </a:moveTo>
                  <a:cubicBezTo>
                    <a:pt x="45" y="25"/>
                    <a:pt x="89" y="50"/>
                    <a:pt x="134" y="7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 name="Group 6"/>
          <p:cNvGrpSpPr/>
          <p:nvPr/>
        </p:nvGrpSpPr>
        <p:grpSpPr>
          <a:xfrm>
            <a:off x="1283114" y="1168329"/>
            <a:ext cx="6586124" cy="4537816"/>
            <a:chOff x="1283114" y="1168329"/>
            <a:chExt cx="6586124" cy="4537816"/>
          </a:xfrm>
        </p:grpSpPr>
        <p:sp>
          <p:nvSpPr>
            <p:cNvPr id="39" name="Rectangle 38"/>
            <p:cNvSpPr/>
            <p:nvPr/>
          </p:nvSpPr>
          <p:spPr>
            <a:xfrm>
              <a:off x="1283114" y="1168329"/>
              <a:ext cx="6586124"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1" name="Rectangle 40"/>
            <p:cNvSpPr/>
            <p:nvPr/>
          </p:nvSpPr>
          <p:spPr>
            <a:xfrm>
              <a:off x="1283114" y="1973001"/>
              <a:ext cx="6586124" cy="33844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41" name="Isosceles Triangle 39"/>
            <p:cNvSpPr/>
            <p:nvPr/>
          </p:nvSpPr>
          <p:spPr>
            <a:xfrm rot="10800000">
              <a:off x="4362524" y="5355082"/>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ctrTitle"/>
          </p:nvPr>
        </p:nvSpPr>
        <p:spPr>
          <a:xfrm>
            <a:off x="1359091" y="2055278"/>
            <a:ext cx="6428445" cy="1810636"/>
          </a:xfrm>
        </p:spPr>
        <p:txBody>
          <a:bodyPr bIns="0" anchor="b">
            <a:normAutofit/>
          </a:bodyPr>
          <a:lstStyle>
            <a:lvl1pPr algn="ctr">
              <a:lnSpc>
                <a:spcPct val="80000"/>
              </a:lnSpc>
              <a:defRPr sz="4800" spc="-113">
                <a:solidFill>
                  <a:srgbClr val="FFFEFF"/>
                </a:solidFill>
              </a:defRPr>
            </a:lvl1pPr>
          </a:lstStyle>
          <a:p>
            <a:r>
              <a:rPr lang="en-US"/>
              <a:t>Click to edit Master title style</a:t>
            </a:r>
            <a:endParaRPr lang="en-US" dirty="0"/>
          </a:p>
        </p:txBody>
      </p:sp>
      <p:sp>
        <p:nvSpPr>
          <p:cNvPr id="3" name="Subtitle 2"/>
          <p:cNvSpPr>
            <a:spLocks noGrp="1"/>
          </p:cNvSpPr>
          <p:nvPr>
            <p:ph type="subTitle" idx="1"/>
          </p:nvPr>
        </p:nvSpPr>
        <p:spPr>
          <a:xfrm>
            <a:off x="1359091" y="3941492"/>
            <a:ext cx="6428445" cy="1334120"/>
          </a:xfrm>
        </p:spPr>
        <p:txBody>
          <a:bodyPr tIns="0">
            <a:normAutofit/>
          </a:bodyPr>
          <a:lstStyle>
            <a:lvl1pPr marL="0" indent="0" algn="ctr">
              <a:lnSpc>
                <a:spcPct val="100000"/>
              </a:lnSpc>
              <a:buNone/>
              <a:defRPr sz="1800" b="0">
                <a:solidFill>
                  <a:srgbClr val="FFFEFF"/>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a:xfrm>
            <a:off x="640080" y="320040"/>
            <a:ext cx="2743200" cy="320040"/>
          </a:xfrm>
        </p:spPr>
        <p:txBody>
          <a:bodyPr vert="horz" lIns="91440" tIns="45720" rIns="91440" bIns="45720" rtlCol="0" anchor="ctr"/>
          <a:lstStyle>
            <a:lvl1pPr>
              <a:defRPr lang="en-US"/>
            </a:lvl1pPr>
          </a:lstStyle>
          <a:p>
            <a:fld id="{5BCAD085-E8A6-8845-BD4E-CB4CCA059FC4}" type="datetimeFigureOut">
              <a:rPr lang="en-US" smtClean="0"/>
              <a:t>3/2/2026</a:t>
            </a:fld>
            <a:endParaRPr lang="en-US"/>
          </a:p>
        </p:txBody>
      </p:sp>
      <p:sp>
        <p:nvSpPr>
          <p:cNvPr id="5" name="Footer Placeholder 4"/>
          <p:cNvSpPr>
            <a:spLocks noGrp="1"/>
          </p:cNvSpPr>
          <p:nvPr>
            <p:ph type="ftr" sz="quarter" idx="11"/>
          </p:nvPr>
        </p:nvSpPr>
        <p:spPr>
          <a:xfrm>
            <a:off x="640080" y="6227064"/>
            <a:ext cx="7854696" cy="320040"/>
          </a:xfrm>
        </p:spPr>
        <p:txBody>
          <a:bodyPr/>
          <a:lstStyle>
            <a:lvl1pPr algn="ctr">
              <a:defRPr/>
            </a:lvl1pPr>
          </a:lstStyle>
          <a:p>
            <a:endParaRPr lang="en-US"/>
          </a:p>
        </p:txBody>
      </p:sp>
      <p:sp>
        <p:nvSpPr>
          <p:cNvPr id="6" name="Slide Number Placeholder 5"/>
          <p:cNvSpPr>
            <a:spLocks noGrp="1"/>
          </p:cNvSpPr>
          <p:nvPr>
            <p:ph type="sldNum" sz="quarter" idx="12"/>
          </p:nvPr>
        </p:nvSpPr>
        <p:spPr>
          <a:xfrm>
            <a:off x="7808976" y="320040"/>
            <a:ext cx="685800" cy="32004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2402578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65" name="Group 64"/>
          <p:cNvGrpSpPr/>
          <p:nvPr/>
        </p:nvGrpSpPr>
        <p:grpSpPr>
          <a:xfrm>
            <a:off x="-286226" y="0"/>
            <a:ext cx="9421759" cy="6858001"/>
            <a:chOff x="1243013" y="0"/>
            <a:chExt cx="9402763" cy="6858001"/>
          </a:xfrm>
        </p:grpSpPr>
        <p:sp>
          <p:nvSpPr>
            <p:cNvPr id="66" name="Freeform 5"/>
            <p:cNvSpPr/>
            <p:nvPr/>
          </p:nvSpPr>
          <p:spPr bwMode="auto">
            <a:xfrm>
              <a:off x="2289175" y="0"/>
              <a:ext cx="3867150" cy="6848475"/>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7" name="Freeform 6"/>
            <p:cNvSpPr/>
            <p:nvPr/>
          </p:nvSpPr>
          <p:spPr bwMode="auto">
            <a:xfrm>
              <a:off x="9604375" y="9525"/>
              <a:ext cx="1041400" cy="328613"/>
            </a:xfrm>
            <a:custGeom>
              <a:avLst/>
              <a:gdLst/>
              <a:ahLst/>
              <a:cxnLst/>
              <a:rect l="0" t="0" r="r" b="b"/>
              <a:pathLst>
                <a:path w="219" h="69">
                  <a:moveTo>
                    <a:pt x="219" y="69"/>
                  </a:moveTo>
                  <a:cubicBezTo>
                    <a:pt x="147" y="41"/>
                    <a:pt x="71" y="1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8" name="Freeform 7"/>
            <p:cNvSpPr/>
            <p:nvPr/>
          </p:nvSpPr>
          <p:spPr bwMode="auto">
            <a:xfrm>
              <a:off x="9223375" y="5578475"/>
              <a:ext cx="1422400" cy="1270000"/>
            </a:xfrm>
            <a:custGeom>
              <a:avLst/>
              <a:gdLst/>
              <a:ahLst/>
              <a:cxnLst/>
              <a:rect l="0" t="0" r="r" b="b"/>
              <a:pathLst>
                <a:path w="299" h="267">
                  <a:moveTo>
                    <a:pt x="0" y="267"/>
                  </a:moveTo>
                  <a:cubicBezTo>
                    <a:pt x="105" y="186"/>
                    <a:pt x="206" y="96"/>
                    <a:pt x="299"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9" name="Freeform 8"/>
            <p:cNvSpPr/>
            <p:nvPr/>
          </p:nvSpPr>
          <p:spPr bwMode="auto">
            <a:xfrm>
              <a:off x="2103438" y="0"/>
              <a:ext cx="3681413" cy="6848475"/>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0" name="Freeform 9"/>
            <p:cNvSpPr/>
            <p:nvPr/>
          </p:nvSpPr>
          <p:spPr bwMode="auto">
            <a:xfrm>
              <a:off x="10179050" y="9525"/>
              <a:ext cx="466725" cy="157163"/>
            </a:xfrm>
            <a:custGeom>
              <a:avLst/>
              <a:gdLst/>
              <a:ahLst/>
              <a:cxnLst/>
              <a:rect l="0" t="0" r="r" b="b"/>
              <a:pathLst>
                <a:path w="98" h="33">
                  <a:moveTo>
                    <a:pt x="98" y="33"/>
                  </a:moveTo>
                  <a:cubicBezTo>
                    <a:pt x="65" y="21"/>
                    <a:pt x="33" y="10"/>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1" name="Freeform 10"/>
            <p:cNvSpPr/>
            <p:nvPr/>
          </p:nvSpPr>
          <p:spPr bwMode="auto">
            <a:xfrm>
              <a:off x="9471025" y="5811838"/>
              <a:ext cx="1174750" cy="1046163"/>
            </a:xfrm>
            <a:custGeom>
              <a:avLst/>
              <a:gdLst/>
              <a:ahLst/>
              <a:cxnLst/>
              <a:rect l="0" t="0" r="r" b="b"/>
              <a:pathLst>
                <a:path w="247" h="220">
                  <a:moveTo>
                    <a:pt x="0" y="220"/>
                  </a:moveTo>
                  <a:cubicBezTo>
                    <a:pt x="86" y="152"/>
                    <a:pt x="169" y="78"/>
                    <a:pt x="247"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2" name="Freeform 11"/>
            <p:cNvSpPr/>
            <p:nvPr/>
          </p:nvSpPr>
          <p:spPr bwMode="auto">
            <a:xfrm>
              <a:off x="1985963" y="0"/>
              <a:ext cx="3622675" cy="6848475"/>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3" name="Freeform 12"/>
            <p:cNvSpPr/>
            <p:nvPr/>
          </p:nvSpPr>
          <p:spPr bwMode="auto">
            <a:xfrm>
              <a:off x="10479088" y="9525"/>
              <a:ext cx="166688" cy="57150"/>
            </a:xfrm>
            <a:custGeom>
              <a:avLst/>
              <a:gdLst/>
              <a:ahLst/>
              <a:cxnLst/>
              <a:rect l="0" t="0" r="r" b="b"/>
              <a:pathLst>
                <a:path w="35" h="12">
                  <a:moveTo>
                    <a:pt x="35" y="12"/>
                  </a:moveTo>
                  <a:cubicBezTo>
                    <a:pt x="23" y="8"/>
                    <a:pt x="12" y="4"/>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4" name="Freeform 13"/>
            <p:cNvSpPr/>
            <p:nvPr/>
          </p:nvSpPr>
          <p:spPr bwMode="auto">
            <a:xfrm>
              <a:off x="9618663" y="5940425"/>
              <a:ext cx="1027113" cy="908050"/>
            </a:xfrm>
            <a:custGeom>
              <a:avLst/>
              <a:gdLst/>
              <a:ahLst/>
              <a:cxnLst/>
              <a:rect l="0" t="0" r="r" b="b"/>
              <a:pathLst>
                <a:path w="216" h="191">
                  <a:moveTo>
                    <a:pt x="0" y="191"/>
                  </a:moveTo>
                  <a:cubicBezTo>
                    <a:pt x="75" y="131"/>
                    <a:pt x="147" y="67"/>
                    <a:pt x="216"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5" name="Freeform 14"/>
            <p:cNvSpPr/>
            <p:nvPr/>
          </p:nvSpPr>
          <p:spPr bwMode="auto">
            <a:xfrm>
              <a:off x="1985963" y="0"/>
              <a:ext cx="3248025" cy="6848475"/>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5"/>
            <p:cNvSpPr/>
            <p:nvPr/>
          </p:nvSpPr>
          <p:spPr bwMode="auto">
            <a:xfrm>
              <a:off x="9780588" y="6054725"/>
              <a:ext cx="865188" cy="793750"/>
            </a:xfrm>
            <a:custGeom>
              <a:avLst/>
              <a:gdLst/>
              <a:ahLst/>
              <a:cxnLst/>
              <a:rect l="0" t="0" r="r" b="b"/>
              <a:pathLst>
                <a:path w="182" h="167">
                  <a:moveTo>
                    <a:pt x="0" y="167"/>
                  </a:moveTo>
                  <a:cubicBezTo>
                    <a:pt x="63" y="114"/>
                    <a:pt x="123" y="58"/>
                    <a:pt x="182"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6"/>
            <p:cNvSpPr/>
            <p:nvPr/>
          </p:nvSpPr>
          <p:spPr bwMode="auto">
            <a:xfrm>
              <a:off x="1871663" y="0"/>
              <a:ext cx="3233738" cy="6848475"/>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7"/>
            <p:cNvSpPr/>
            <p:nvPr/>
          </p:nvSpPr>
          <p:spPr bwMode="auto">
            <a:xfrm>
              <a:off x="9956800" y="6216650"/>
              <a:ext cx="688975" cy="631825"/>
            </a:xfrm>
            <a:custGeom>
              <a:avLst/>
              <a:gdLst/>
              <a:ahLst/>
              <a:cxnLst/>
              <a:rect l="0" t="0" r="r" b="b"/>
              <a:pathLst>
                <a:path w="145" h="133">
                  <a:moveTo>
                    <a:pt x="0" y="133"/>
                  </a:moveTo>
                  <a:cubicBezTo>
                    <a:pt x="50" y="90"/>
                    <a:pt x="98" y="46"/>
                    <a:pt x="14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8"/>
            <p:cNvSpPr/>
            <p:nvPr/>
          </p:nvSpPr>
          <p:spPr bwMode="auto">
            <a:xfrm>
              <a:off x="1466850" y="0"/>
              <a:ext cx="3424238" cy="6848475"/>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9"/>
            <p:cNvSpPr/>
            <p:nvPr/>
          </p:nvSpPr>
          <p:spPr bwMode="auto">
            <a:xfrm>
              <a:off x="10264775" y="6519863"/>
              <a:ext cx="381000" cy="328613"/>
            </a:xfrm>
            <a:custGeom>
              <a:avLst/>
              <a:gdLst/>
              <a:ahLst/>
              <a:cxnLst/>
              <a:rect l="0" t="0" r="r" b="b"/>
              <a:pathLst>
                <a:path w="80" h="69">
                  <a:moveTo>
                    <a:pt x="0" y="69"/>
                  </a:moveTo>
                  <a:cubicBezTo>
                    <a:pt x="27" y="47"/>
                    <a:pt x="53" y="24"/>
                    <a:pt x="8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20"/>
            <p:cNvSpPr/>
            <p:nvPr/>
          </p:nvSpPr>
          <p:spPr bwMode="auto">
            <a:xfrm>
              <a:off x="1581150" y="0"/>
              <a:ext cx="2720975" cy="6848475"/>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3" name="Freeform 21"/>
            <p:cNvSpPr/>
            <p:nvPr/>
          </p:nvSpPr>
          <p:spPr bwMode="auto">
            <a:xfrm>
              <a:off x="1243013" y="0"/>
              <a:ext cx="2949575" cy="6848475"/>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4" name="Freeform 22"/>
            <p:cNvSpPr/>
            <p:nvPr/>
          </p:nvSpPr>
          <p:spPr bwMode="auto">
            <a:xfrm>
              <a:off x="1524000" y="0"/>
              <a:ext cx="1446213" cy="2030413"/>
            </a:xfrm>
            <a:custGeom>
              <a:avLst/>
              <a:gdLst/>
              <a:ahLst/>
              <a:cxnLst/>
              <a:rect l="0" t="0" r="r" b="b"/>
              <a:pathLst>
                <a:path w="304" h="427">
                  <a:moveTo>
                    <a:pt x="304" y="0"/>
                  </a:moveTo>
                  <a:cubicBezTo>
                    <a:pt x="170" y="120"/>
                    <a:pt x="69" y="267"/>
                    <a:pt x="0" y="42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3"/>
            <p:cNvSpPr/>
            <p:nvPr/>
          </p:nvSpPr>
          <p:spPr bwMode="auto">
            <a:xfrm>
              <a:off x="1524000" y="9525"/>
              <a:ext cx="1246188" cy="1641475"/>
            </a:xfrm>
            <a:custGeom>
              <a:avLst/>
              <a:gdLst/>
              <a:ahLst/>
              <a:cxnLst/>
              <a:rect l="0" t="0" r="r" b="b"/>
              <a:pathLst>
                <a:path w="262" h="345">
                  <a:moveTo>
                    <a:pt x="262" y="0"/>
                  </a:moveTo>
                  <a:cubicBezTo>
                    <a:pt x="152" y="102"/>
                    <a:pt x="65" y="217"/>
                    <a:pt x="0" y="34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4"/>
            <p:cNvSpPr/>
            <p:nvPr/>
          </p:nvSpPr>
          <p:spPr bwMode="auto">
            <a:xfrm>
              <a:off x="1524000" y="0"/>
              <a:ext cx="1036638" cy="1212850"/>
            </a:xfrm>
            <a:custGeom>
              <a:avLst/>
              <a:gdLst/>
              <a:ahLst/>
              <a:cxnLst/>
              <a:rect l="0" t="0" r="r" b="b"/>
              <a:pathLst>
                <a:path w="218" h="255">
                  <a:moveTo>
                    <a:pt x="218" y="0"/>
                  </a:moveTo>
                  <a:cubicBezTo>
                    <a:pt x="137" y="77"/>
                    <a:pt x="62" y="162"/>
                    <a:pt x="0" y="25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20" name="Group 19"/>
          <p:cNvGrpSpPr/>
          <p:nvPr/>
        </p:nvGrpSpPr>
        <p:grpSpPr>
          <a:xfrm>
            <a:off x="640080" y="1699589"/>
            <a:ext cx="3286552" cy="3470421"/>
            <a:chOff x="640080" y="1699589"/>
            <a:chExt cx="3286552" cy="3470421"/>
          </a:xfrm>
        </p:grpSpPr>
        <p:sp>
          <p:nvSpPr>
            <p:cNvPr id="21" name="Rectangle 20"/>
            <p:cNvSpPr/>
            <p:nvPr/>
          </p:nvSpPr>
          <p:spPr>
            <a:xfrm>
              <a:off x="644453" y="1699589"/>
              <a:ext cx="327780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2" name="Isosceles Triangle 22"/>
            <p:cNvSpPr/>
            <p:nvPr/>
          </p:nvSpPr>
          <p:spPr>
            <a:xfrm rot="10800000">
              <a:off x="2125363" y="4897607"/>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640080" y="2275661"/>
              <a:ext cx="3286552"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725554" y="2349924"/>
            <a:ext cx="3112048" cy="2464952"/>
          </a:xfrm>
        </p:spPr>
        <p:txBody>
          <a:bodyPr/>
          <a:lstStyle>
            <a:lvl1pPr>
              <a:defRPr>
                <a:solidFill>
                  <a:srgbClr val="FFFEFF"/>
                </a:solidFill>
              </a:defRPr>
            </a:lvl1pPr>
          </a:lstStyle>
          <a:p>
            <a:r>
              <a:rPr lang="en-US"/>
              <a:t>Click to edit Master title style</a:t>
            </a:r>
            <a:endParaRPr lang="en-US" dirty="0"/>
          </a:p>
        </p:txBody>
      </p:sp>
      <p:sp>
        <p:nvSpPr>
          <p:cNvPr id="3" name="Content Placeholder 2"/>
          <p:cNvSpPr>
            <a:spLocks noGrp="1"/>
          </p:cNvSpPr>
          <p:nvPr>
            <p:ph idx="1"/>
          </p:nvPr>
        </p:nvSpPr>
        <p:spPr>
          <a:xfrm>
            <a:off x="4415687" y="803186"/>
            <a:ext cx="4091410" cy="524862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36760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774" name="Group 773"/>
          <p:cNvGrpSpPr/>
          <p:nvPr/>
        </p:nvGrpSpPr>
        <p:grpSpPr>
          <a:xfrm>
            <a:off x="0" y="0"/>
            <a:ext cx="9555163" cy="6853238"/>
            <a:chOff x="1524000" y="0"/>
            <a:chExt cx="9555163" cy="6853238"/>
          </a:xfrm>
        </p:grpSpPr>
        <p:sp>
          <p:nvSpPr>
            <p:cNvPr id="775" name="Freeform 6"/>
            <p:cNvSpPr/>
            <p:nvPr/>
          </p:nvSpPr>
          <p:spPr bwMode="auto">
            <a:xfrm>
              <a:off x="1524000" y="1331913"/>
              <a:ext cx="7837488" cy="5521325"/>
            </a:xfrm>
            <a:custGeom>
              <a:avLst/>
              <a:gdLst/>
              <a:ahLst/>
              <a:cxnLst/>
              <a:rect l="0" t="0" r="r" b="b"/>
              <a:pathLst>
                <a:path w="1648" h="1161">
                  <a:moveTo>
                    <a:pt x="1362" y="1161"/>
                  </a:moveTo>
                  <a:cubicBezTo>
                    <a:pt x="1648" y="920"/>
                    <a:pt x="1283" y="505"/>
                    <a:pt x="1097" y="326"/>
                  </a:cubicBezTo>
                  <a:cubicBezTo>
                    <a:pt x="926" y="162"/>
                    <a:pt x="709" y="35"/>
                    <a:pt x="470" y="14"/>
                  </a:cubicBezTo>
                  <a:cubicBezTo>
                    <a:pt x="315" y="0"/>
                    <a:pt x="142" y="49"/>
                    <a:pt x="0" y="138"/>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6" name="Freeform 7"/>
            <p:cNvSpPr/>
            <p:nvPr/>
          </p:nvSpPr>
          <p:spPr bwMode="auto">
            <a:xfrm>
              <a:off x="1524000" y="5564188"/>
              <a:ext cx="1412875" cy="1284288"/>
            </a:xfrm>
            <a:custGeom>
              <a:avLst/>
              <a:gdLst/>
              <a:ahLst/>
              <a:cxnLst/>
              <a:rect l="0" t="0" r="r" b="b"/>
              <a:pathLst>
                <a:path w="297" h="270">
                  <a:moveTo>
                    <a:pt x="0" y="0"/>
                  </a:moveTo>
                  <a:cubicBezTo>
                    <a:pt x="73" y="119"/>
                    <a:pt x="186" y="220"/>
                    <a:pt x="297" y="27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7" name="Freeform 8"/>
            <p:cNvSpPr/>
            <p:nvPr/>
          </p:nvSpPr>
          <p:spPr bwMode="auto">
            <a:xfrm>
              <a:off x="1524000" y="2030413"/>
              <a:ext cx="6510338" cy="4813300"/>
            </a:xfrm>
            <a:custGeom>
              <a:avLst/>
              <a:gdLst/>
              <a:ahLst/>
              <a:cxnLst/>
              <a:rect l="0" t="0" r="r" b="b"/>
              <a:pathLst>
                <a:path w="1369" h="1012">
                  <a:moveTo>
                    <a:pt x="845" y="1012"/>
                  </a:moveTo>
                  <a:cubicBezTo>
                    <a:pt x="1043" y="967"/>
                    <a:pt x="1369" y="853"/>
                    <a:pt x="1263" y="588"/>
                  </a:cubicBezTo>
                  <a:cubicBezTo>
                    <a:pt x="1164" y="340"/>
                    <a:pt x="861" y="107"/>
                    <a:pt x="602" y="49"/>
                  </a:cubicBezTo>
                  <a:cubicBezTo>
                    <a:pt x="383" y="0"/>
                    <a:pt x="135" y="97"/>
                    <a:pt x="0" y="28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78" name="Freeform 9"/>
            <p:cNvSpPr/>
            <p:nvPr/>
          </p:nvSpPr>
          <p:spPr bwMode="auto">
            <a:xfrm>
              <a:off x="1528763" y="6207125"/>
              <a:ext cx="717550" cy="646113"/>
            </a:xfrm>
            <a:custGeom>
              <a:avLst/>
              <a:gdLst/>
              <a:ahLst/>
              <a:cxnLst/>
              <a:rect l="0" t="0" r="r" b="b"/>
              <a:pathLst>
                <a:path w="151" h="136">
                  <a:moveTo>
                    <a:pt x="0" y="0"/>
                  </a:moveTo>
                  <a:cubicBezTo>
                    <a:pt x="45" y="52"/>
                    <a:pt x="97" y="99"/>
                    <a:pt x="151" y="13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79" name="Freeform 10"/>
            <p:cNvSpPr/>
            <p:nvPr/>
          </p:nvSpPr>
          <p:spPr bwMode="auto">
            <a:xfrm>
              <a:off x="1524000" y="1806575"/>
              <a:ext cx="6753225" cy="5046663"/>
            </a:xfrm>
            <a:custGeom>
              <a:avLst/>
              <a:gdLst/>
              <a:ahLst/>
              <a:cxnLst/>
              <a:rect l="0" t="0" r="r" b="b"/>
              <a:pathLst>
                <a:path w="1420" h="1061">
                  <a:moveTo>
                    <a:pt x="1034" y="1061"/>
                  </a:moveTo>
                  <a:cubicBezTo>
                    <a:pt x="1148" y="1019"/>
                    <a:pt x="1283" y="957"/>
                    <a:pt x="1345" y="845"/>
                  </a:cubicBezTo>
                  <a:cubicBezTo>
                    <a:pt x="1420" y="710"/>
                    <a:pt x="1338" y="570"/>
                    <a:pt x="1249" y="466"/>
                  </a:cubicBezTo>
                  <a:cubicBezTo>
                    <a:pt x="1068" y="253"/>
                    <a:pt x="816" y="57"/>
                    <a:pt x="530" y="23"/>
                  </a:cubicBezTo>
                  <a:cubicBezTo>
                    <a:pt x="336" y="0"/>
                    <a:pt x="140" y="87"/>
                    <a:pt x="0" y="22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80" name="Freeform 11"/>
            <p:cNvSpPr/>
            <p:nvPr/>
          </p:nvSpPr>
          <p:spPr bwMode="auto">
            <a:xfrm>
              <a:off x="1524000" y="669925"/>
              <a:ext cx="8797925" cy="6183313"/>
            </a:xfrm>
            <a:custGeom>
              <a:avLst/>
              <a:gdLst/>
              <a:ahLst/>
              <a:cxnLst/>
              <a:rect l="0" t="0" r="r" b="b"/>
              <a:pathLst>
                <a:path w="1850" h="1300">
                  <a:moveTo>
                    <a:pt x="1552" y="1300"/>
                  </a:moveTo>
                  <a:cubicBezTo>
                    <a:pt x="1850" y="1019"/>
                    <a:pt x="1504" y="652"/>
                    <a:pt x="1288" y="447"/>
                  </a:cubicBezTo>
                  <a:cubicBezTo>
                    <a:pt x="1085" y="255"/>
                    <a:pt x="838" y="90"/>
                    <a:pt x="559" y="37"/>
                  </a:cubicBezTo>
                  <a:cubicBezTo>
                    <a:pt x="364" y="0"/>
                    <a:pt x="171" y="40"/>
                    <a:pt x="0" y="131"/>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1" name="Freeform 12"/>
            <p:cNvSpPr/>
            <p:nvPr/>
          </p:nvSpPr>
          <p:spPr bwMode="auto">
            <a:xfrm>
              <a:off x="1524000" y="119063"/>
              <a:ext cx="9555163" cy="6734175"/>
            </a:xfrm>
            <a:custGeom>
              <a:avLst/>
              <a:gdLst/>
              <a:ahLst/>
              <a:cxnLst/>
              <a:rect l="0" t="0" r="r" b="b"/>
              <a:pathLst>
                <a:path w="2009" h="1416">
                  <a:moveTo>
                    <a:pt x="1725" y="1416"/>
                  </a:moveTo>
                  <a:cubicBezTo>
                    <a:pt x="2009" y="1117"/>
                    <a:pt x="1728" y="785"/>
                    <a:pt x="1492" y="565"/>
                  </a:cubicBezTo>
                  <a:cubicBezTo>
                    <a:pt x="1248" y="339"/>
                    <a:pt x="961" y="143"/>
                    <a:pt x="635" y="61"/>
                  </a:cubicBezTo>
                  <a:cubicBezTo>
                    <a:pt x="392" y="0"/>
                    <a:pt x="190" y="18"/>
                    <a:pt x="0" y="10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2" name="Freeform 13"/>
            <p:cNvSpPr/>
            <p:nvPr/>
          </p:nvSpPr>
          <p:spPr bwMode="auto">
            <a:xfrm>
              <a:off x="5419725" y="4763"/>
              <a:ext cx="5216525" cy="5368925"/>
            </a:xfrm>
            <a:custGeom>
              <a:avLst/>
              <a:gdLst/>
              <a:ahLst/>
              <a:cxnLst/>
              <a:rect l="0" t="0" r="r" b="b"/>
              <a:pathLst>
                <a:path w="1097" h="1129">
                  <a:moveTo>
                    <a:pt x="1097" y="1129"/>
                  </a:moveTo>
                  <a:cubicBezTo>
                    <a:pt x="1031" y="909"/>
                    <a:pt x="843" y="701"/>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3" name="Freeform 15"/>
            <p:cNvSpPr/>
            <p:nvPr/>
          </p:nvSpPr>
          <p:spPr bwMode="auto">
            <a:xfrm>
              <a:off x="5813425" y="4763"/>
              <a:ext cx="4832350" cy="4822825"/>
            </a:xfrm>
            <a:custGeom>
              <a:avLst/>
              <a:gdLst/>
              <a:ahLst/>
              <a:cxnLst/>
              <a:rect l="0" t="0" r="r" b="b"/>
              <a:pathLst>
                <a:path w="1016" h="1014">
                  <a:moveTo>
                    <a:pt x="1016" y="1014"/>
                  </a:moveTo>
                  <a:cubicBezTo>
                    <a:pt x="934" y="849"/>
                    <a:pt x="802" y="6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784" name="Freeform 16"/>
            <p:cNvSpPr/>
            <p:nvPr/>
          </p:nvSpPr>
          <p:spPr bwMode="auto">
            <a:xfrm>
              <a:off x="6003925" y="4763"/>
              <a:ext cx="4641850" cy="4598988"/>
            </a:xfrm>
            <a:custGeom>
              <a:avLst/>
              <a:gdLst/>
              <a:ahLst/>
              <a:cxnLst/>
              <a:rect l="0" t="0" r="r" b="b"/>
              <a:pathLst>
                <a:path w="976" h="967">
                  <a:moveTo>
                    <a:pt x="976" y="967"/>
                  </a:moveTo>
                  <a:cubicBezTo>
                    <a:pt x="894" y="822"/>
                    <a:pt x="779" y="689"/>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785" name="Freeform 17"/>
            <p:cNvSpPr/>
            <p:nvPr/>
          </p:nvSpPr>
          <p:spPr bwMode="auto">
            <a:xfrm>
              <a:off x="6203950" y="0"/>
              <a:ext cx="4441825" cy="4237038"/>
            </a:xfrm>
            <a:custGeom>
              <a:avLst/>
              <a:gdLst/>
              <a:ahLst/>
              <a:cxnLst/>
              <a:rect l="0" t="0" r="r" b="b"/>
              <a:pathLst>
                <a:path w="934" h="891">
                  <a:moveTo>
                    <a:pt x="934" y="891"/>
                  </a:moveTo>
                  <a:cubicBezTo>
                    <a:pt x="863" y="783"/>
                    <a:pt x="778" y="684"/>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6" name="Freeform 18"/>
            <p:cNvSpPr/>
            <p:nvPr/>
          </p:nvSpPr>
          <p:spPr bwMode="auto">
            <a:xfrm>
              <a:off x="6456363" y="4763"/>
              <a:ext cx="4179888" cy="3986213"/>
            </a:xfrm>
            <a:custGeom>
              <a:avLst/>
              <a:gdLst/>
              <a:ahLst/>
              <a:cxnLst/>
              <a:rect l="0" t="0" r="r" b="b"/>
              <a:pathLst>
                <a:path w="879" h="838">
                  <a:moveTo>
                    <a:pt x="879" y="838"/>
                  </a:moveTo>
                  <a:cubicBezTo>
                    <a:pt x="821" y="755"/>
                    <a:pt x="756" y="679"/>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7" name="Freeform 19"/>
            <p:cNvSpPr/>
            <p:nvPr/>
          </p:nvSpPr>
          <p:spPr bwMode="auto">
            <a:xfrm>
              <a:off x="6869113" y="4763"/>
              <a:ext cx="3776663" cy="3838575"/>
            </a:xfrm>
            <a:custGeom>
              <a:avLst/>
              <a:gdLst/>
              <a:ahLst/>
              <a:cxnLst/>
              <a:rect l="0" t="0" r="r" b="b"/>
              <a:pathLst>
                <a:path w="794" h="807">
                  <a:moveTo>
                    <a:pt x="794" y="807"/>
                  </a:moveTo>
                  <a:cubicBezTo>
                    <a:pt x="745" y="739"/>
                    <a:pt x="695" y="676"/>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8" name="Freeform 20"/>
            <p:cNvSpPr/>
            <p:nvPr/>
          </p:nvSpPr>
          <p:spPr bwMode="auto">
            <a:xfrm>
              <a:off x="8758238" y="4763"/>
              <a:ext cx="1887538" cy="1355725"/>
            </a:xfrm>
            <a:custGeom>
              <a:avLst/>
              <a:gdLst/>
              <a:ahLst/>
              <a:cxnLst/>
              <a:rect l="0" t="0" r="r" b="b"/>
              <a:pathLst>
                <a:path w="397" h="285">
                  <a:moveTo>
                    <a:pt x="397" y="285"/>
                  </a:moveTo>
                  <a:cubicBezTo>
                    <a:pt x="270" y="182"/>
                    <a:pt x="138" y="8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9" name="Freeform 21"/>
            <p:cNvSpPr/>
            <p:nvPr/>
          </p:nvSpPr>
          <p:spPr bwMode="auto">
            <a:xfrm>
              <a:off x="9223375" y="9525"/>
              <a:ext cx="1422400" cy="1108075"/>
            </a:xfrm>
            <a:custGeom>
              <a:avLst/>
              <a:gdLst/>
              <a:ahLst/>
              <a:cxnLst/>
              <a:rect l="0" t="0" r="r" b="b"/>
              <a:pathLst>
                <a:path w="299" h="233">
                  <a:moveTo>
                    <a:pt x="299" y="233"/>
                  </a:moveTo>
                  <a:cubicBezTo>
                    <a:pt x="197" y="145"/>
                    <a:pt x="97" y="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0" name="Freeform 22"/>
            <p:cNvSpPr/>
            <p:nvPr/>
          </p:nvSpPr>
          <p:spPr bwMode="auto">
            <a:xfrm>
              <a:off x="10009188" y="4763"/>
              <a:ext cx="636588" cy="361950"/>
            </a:xfrm>
            <a:custGeom>
              <a:avLst/>
              <a:gdLst/>
              <a:ahLst/>
              <a:cxnLst/>
              <a:rect l="0" t="0" r="r" b="b"/>
              <a:pathLst>
                <a:path w="134" h="76">
                  <a:moveTo>
                    <a:pt x="0" y="0"/>
                  </a:moveTo>
                  <a:cubicBezTo>
                    <a:pt x="45" y="25"/>
                    <a:pt x="89" y="50"/>
                    <a:pt x="134" y="7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7" name="Group 6"/>
          <p:cNvGrpSpPr/>
          <p:nvPr/>
        </p:nvGrpSpPr>
        <p:grpSpPr>
          <a:xfrm>
            <a:off x="2403476" y="1158902"/>
            <a:ext cx="4317684" cy="4537816"/>
            <a:chOff x="2403476" y="1158902"/>
            <a:chExt cx="4317684" cy="4537816"/>
          </a:xfrm>
        </p:grpSpPr>
        <p:sp>
          <p:nvSpPr>
            <p:cNvPr id="28" name="Rectangle 27"/>
            <p:cNvSpPr/>
            <p:nvPr/>
          </p:nvSpPr>
          <p:spPr>
            <a:xfrm>
              <a:off x="2403476" y="1158902"/>
              <a:ext cx="4317684"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Rectangle 29"/>
            <p:cNvSpPr/>
            <p:nvPr/>
          </p:nvSpPr>
          <p:spPr>
            <a:xfrm>
              <a:off x="2403476" y="1963574"/>
              <a:ext cx="4317684" cy="33844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73" name="Isosceles Triangle 28"/>
            <p:cNvSpPr/>
            <p:nvPr/>
          </p:nvSpPr>
          <p:spPr>
            <a:xfrm rot="10800000">
              <a:off x="4358702" y="5345655"/>
              <a:ext cx="407233" cy="35106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2479148" y="2028827"/>
            <a:ext cx="4162952" cy="1732474"/>
          </a:xfrm>
        </p:spPr>
        <p:txBody>
          <a:bodyPr bIns="0" anchor="b">
            <a:normAutofit/>
          </a:bodyPr>
          <a:lstStyle>
            <a:lvl1pPr algn="ctr">
              <a:defRPr sz="3600">
                <a:solidFill>
                  <a:srgbClr val="FFFE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2479148" y="3843338"/>
            <a:ext cx="4162952" cy="1426097"/>
          </a:xfrm>
        </p:spPr>
        <p:txBody>
          <a:bodyPr tIns="0">
            <a:normAutofit/>
          </a:bodyPr>
          <a:lstStyle>
            <a:lvl1pPr marL="0" indent="0" algn="ctr">
              <a:buNone/>
              <a:defRPr sz="1600">
                <a:solidFill>
                  <a:srgbClr val="FFFEFF"/>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40080" y="320040"/>
            <a:ext cx="2743200" cy="320040"/>
          </a:xfrm>
        </p:spPr>
        <p:txBody>
          <a:bodyPr/>
          <a:lstStyle/>
          <a:p>
            <a:fld id="{5BCAD085-E8A6-8845-BD4E-CB4CCA059FC4}" type="datetimeFigureOut">
              <a:rPr lang="en-US" smtClean="0"/>
              <a:t>3/2/2026</a:t>
            </a:fld>
            <a:endParaRPr lang="en-US"/>
          </a:p>
        </p:txBody>
      </p:sp>
      <p:sp>
        <p:nvSpPr>
          <p:cNvPr id="5" name="Footer Placeholder 4"/>
          <p:cNvSpPr>
            <a:spLocks noGrp="1"/>
          </p:cNvSpPr>
          <p:nvPr>
            <p:ph type="ftr" sz="quarter" idx="11"/>
          </p:nvPr>
        </p:nvSpPr>
        <p:spPr>
          <a:xfrm>
            <a:off x="640080" y="6227064"/>
            <a:ext cx="7854696" cy="320040"/>
          </a:xfrm>
        </p:spPr>
        <p:txBody>
          <a:bodyPr/>
          <a:lstStyle>
            <a:lvl1pPr algn="ctr">
              <a:defRPr/>
            </a:lvl1pPr>
          </a:lstStyle>
          <a:p>
            <a:endParaRPr lang="en-US"/>
          </a:p>
        </p:txBody>
      </p:sp>
      <p:sp>
        <p:nvSpPr>
          <p:cNvPr id="6" name="Slide Number Placeholder 5"/>
          <p:cNvSpPr>
            <a:spLocks noGrp="1"/>
          </p:cNvSpPr>
          <p:nvPr>
            <p:ph type="sldNum" sz="quarter" idx="12"/>
          </p:nvPr>
        </p:nvSpPr>
        <p:spPr>
          <a:xfrm>
            <a:off x="7808976" y="320040"/>
            <a:ext cx="685800" cy="32004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86398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41" name="Group 40"/>
          <p:cNvGrpSpPr/>
          <p:nvPr/>
        </p:nvGrpSpPr>
        <p:grpSpPr>
          <a:xfrm>
            <a:off x="-286226" y="0"/>
            <a:ext cx="9421759" cy="6858001"/>
            <a:chOff x="1243013" y="0"/>
            <a:chExt cx="9402763" cy="6858001"/>
          </a:xfrm>
        </p:grpSpPr>
        <p:sp>
          <p:nvSpPr>
            <p:cNvPr id="42" name="Freeform 5"/>
            <p:cNvSpPr/>
            <p:nvPr/>
          </p:nvSpPr>
          <p:spPr bwMode="auto">
            <a:xfrm>
              <a:off x="2289175" y="0"/>
              <a:ext cx="3867150" cy="6848475"/>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 name="Freeform 6"/>
            <p:cNvSpPr/>
            <p:nvPr/>
          </p:nvSpPr>
          <p:spPr bwMode="auto">
            <a:xfrm>
              <a:off x="9604375" y="9525"/>
              <a:ext cx="1041400" cy="328613"/>
            </a:xfrm>
            <a:custGeom>
              <a:avLst/>
              <a:gdLst/>
              <a:ahLst/>
              <a:cxnLst/>
              <a:rect l="0" t="0" r="r" b="b"/>
              <a:pathLst>
                <a:path w="219" h="69">
                  <a:moveTo>
                    <a:pt x="219" y="69"/>
                  </a:moveTo>
                  <a:cubicBezTo>
                    <a:pt x="147" y="41"/>
                    <a:pt x="71" y="1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4" name="Freeform 7"/>
            <p:cNvSpPr/>
            <p:nvPr/>
          </p:nvSpPr>
          <p:spPr bwMode="auto">
            <a:xfrm>
              <a:off x="9223375" y="5578475"/>
              <a:ext cx="1422400" cy="1270000"/>
            </a:xfrm>
            <a:custGeom>
              <a:avLst/>
              <a:gdLst/>
              <a:ahLst/>
              <a:cxnLst/>
              <a:rect l="0" t="0" r="r" b="b"/>
              <a:pathLst>
                <a:path w="299" h="267">
                  <a:moveTo>
                    <a:pt x="0" y="267"/>
                  </a:moveTo>
                  <a:cubicBezTo>
                    <a:pt x="105" y="186"/>
                    <a:pt x="206" y="96"/>
                    <a:pt x="299"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5" name="Freeform 8"/>
            <p:cNvSpPr/>
            <p:nvPr/>
          </p:nvSpPr>
          <p:spPr bwMode="auto">
            <a:xfrm>
              <a:off x="2103438" y="0"/>
              <a:ext cx="3681413" cy="6848475"/>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6" name="Freeform 9"/>
            <p:cNvSpPr/>
            <p:nvPr/>
          </p:nvSpPr>
          <p:spPr bwMode="auto">
            <a:xfrm>
              <a:off x="10179050" y="9525"/>
              <a:ext cx="466725" cy="157163"/>
            </a:xfrm>
            <a:custGeom>
              <a:avLst/>
              <a:gdLst/>
              <a:ahLst/>
              <a:cxnLst/>
              <a:rect l="0" t="0" r="r" b="b"/>
              <a:pathLst>
                <a:path w="98" h="33">
                  <a:moveTo>
                    <a:pt x="98" y="33"/>
                  </a:moveTo>
                  <a:cubicBezTo>
                    <a:pt x="65" y="21"/>
                    <a:pt x="33" y="10"/>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7" name="Freeform 10"/>
            <p:cNvSpPr/>
            <p:nvPr/>
          </p:nvSpPr>
          <p:spPr bwMode="auto">
            <a:xfrm>
              <a:off x="9471025" y="5811838"/>
              <a:ext cx="1174750" cy="1046163"/>
            </a:xfrm>
            <a:custGeom>
              <a:avLst/>
              <a:gdLst/>
              <a:ahLst/>
              <a:cxnLst/>
              <a:rect l="0" t="0" r="r" b="b"/>
              <a:pathLst>
                <a:path w="247" h="220">
                  <a:moveTo>
                    <a:pt x="0" y="220"/>
                  </a:moveTo>
                  <a:cubicBezTo>
                    <a:pt x="86" y="152"/>
                    <a:pt x="169" y="78"/>
                    <a:pt x="247"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8" name="Freeform 11"/>
            <p:cNvSpPr/>
            <p:nvPr/>
          </p:nvSpPr>
          <p:spPr bwMode="auto">
            <a:xfrm>
              <a:off x="1985963" y="0"/>
              <a:ext cx="3622675" cy="6848475"/>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2"/>
            <p:cNvSpPr/>
            <p:nvPr/>
          </p:nvSpPr>
          <p:spPr bwMode="auto">
            <a:xfrm>
              <a:off x="10479088" y="9525"/>
              <a:ext cx="166688" cy="57150"/>
            </a:xfrm>
            <a:custGeom>
              <a:avLst/>
              <a:gdLst/>
              <a:ahLst/>
              <a:cxnLst/>
              <a:rect l="0" t="0" r="r" b="b"/>
              <a:pathLst>
                <a:path w="35" h="12">
                  <a:moveTo>
                    <a:pt x="35" y="12"/>
                  </a:moveTo>
                  <a:cubicBezTo>
                    <a:pt x="23" y="8"/>
                    <a:pt x="12" y="4"/>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3"/>
            <p:cNvSpPr/>
            <p:nvPr/>
          </p:nvSpPr>
          <p:spPr bwMode="auto">
            <a:xfrm>
              <a:off x="9618663" y="5940425"/>
              <a:ext cx="1027113" cy="908050"/>
            </a:xfrm>
            <a:custGeom>
              <a:avLst/>
              <a:gdLst/>
              <a:ahLst/>
              <a:cxnLst/>
              <a:rect l="0" t="0" r="r" b="b"/>
              <a:pathLst>
                <a:path w="216" h="191">
                  <a:moveTo>
                    <a:pt x="0" y="191"/>
                  </a:moveTo>
                  <a:cubicBezTo>
                    <a:pt x="75" y="131"/>
                    <a:pt x="147" y="67"/>
                    <a:pt x="216"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4"/>
            <p:cNvSpPr/>
            <p:nvPr/>
          </p:nvSpPr>
          <p:spPr bwMode="auto">
            <a:xfrm>
              <a:off x="1985963" y="0"/>
              <a:ext cx="3248025" cy="6848475"/>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5"/>
            <p:cNvSpPr/>
            <p:nvPr/>
          </p:nvSpPr>
          <p:spPr bwMode="auto">
            <a:xfrm>
              <a:off x="9780588" y="6054725"/>
              <a:ext cx="865188" cy="793750"/>
            </a:xfrm>
            <a:custGeom>
              <a:avLst/>
              <a:gdLst/>
              <a:ahLst/>
              <a:cxnLst/>
              <a:rect l="0" t="0" r="r" b="b"/>
              <a:pathLst>
                <a:path w="182" h="167">
                  <a:moveTo>
                    <a:pt x="0" y="167"/>
                  </a:moveTo>
                  <a:cubicBezTo>
                    <a:pt x="63" y="114"/>
                    <a:pt x="123" y="58"/>
                    <a:pt x="182"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16"/>
            <p:cNvSpPr/>
            <p:nvPr/>
          </p:nvSpPr>
          <p:spPr bwMode="auto">
            <a:xfrm>
              <a:off x="1871663" y="0"/>
              <a:ext cx="3233738" cy="6848475"/>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17"/>
            <p:cNvSpPr/>
            <p:nvPr/>
          </p:nvSpPr>
          <p:spPr bwMode="auto">
            <a:xfrm>
              <a:off x="9956800" y="6216650"/>
              <a:ext cx="688975" cy="631825"/>
            </a:xfrm>
            <a:custGeom>
              <a:avLst/>
              <a:gdLst/>
              <a:ahLst/>
              <a:cxnLst/>
              <a:rect l="0" t="0" r="r" b="b"/>
              <a:pathLst>
                <a:path w="145" h="133">
                  <a:moveTo>
                    <a:pt x="0" y="133"/>
                  </a:moveTo>
                  <a:cubicBezTo>
                    <a:pt x="50" y="90"/>
                    <a:pt x="98" y="46"/>
                    <a:pt x="14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18"/>
            <p:cNvSpPr/>
            <p:nvPr/>
          </p:nvSpPr>
          <p:spPr bwMode="auto">
            <a:xfrm>
              <a:off x="1466850" y="0"/>
              <a:ext cx="3424238" cy="6848475"/>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6" name="Freeform 19"/>
            <p:cNvSpPr/>
            <p:nvPr/>
          </p:nvSpPr>
          <p:spPr bwMode="auto">
            <a:xfrm>
              <a:off x="10264775" y="6519863"/>
              <a:ext cx="381000" cy="328613"/>
            </a:xfrm>
            <a:custGeom>
              <a:avLst/>
              <a:gdLst/>
              <a:ahLst/>
              <a:cxnLst/>
              <a:rect l="0" t="0" r="r" b="b"/>
              <a:pathLst>
                <a:path w="80" h="69">
                  <a:moveTo>
                    <a:pt x="0" y="69"/>
                  </a:moveTo>
                  <a:cubicBezTo>
                    <a:pt x="27" y="47"/>
                    <a:pt x="53" y="24"/>
                    <a:pt x="8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20"/>
            <p:cNvSpPr/>
            <p:nvPr/>
          </p:nvSpPr>
          <p:spPr bwMode="auto">
            <a:xfrm>
              <a:off x="1581150" y="0"/>
              <a:ext cx="2720975" cy="6848475"/>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8" name="Freeform 21"/>
            <p:cNvSpPr/>
            <p:nvPr/>
          </p:nvSpPr>
          <p:spPr bwMode="auto">
            <a:xfrm>
              <a:off x="1243013" y="0"/>
              <a:ext cx="2949575" cy="6848475"/>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9" name="Freeform 22"/>
            <p:cNvSpPr/>
            <p:nvPr/>
          </p:nvSpPr>
          <p:spPr bwMode="auto">
            <a:xfrm>
              <a:off x="1524000" y="0"/>
              <a:ext cx="1446213" cy="2030413"/>
            </a:xfrm>
            <a:custGeom>
              <a:avLst/>
              <a:gdLst/>
              <a:ahLst/>
              <a:cxnLst/>
              <a:rect l="0" t="0" r="r" b="b"/>
              <a:pathLst>
                <a:path w="304" h="427">
                  <a:moveTo>
                    <a:pt x="304" y="0"/>
                  </a:moveTo>
                  <a:cubicBezTo>
                    <a:pt x="170" y="120"/>
                    <a:pt x="69" y="267"/>
                    <a:pt x="0" y="42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0" name="Freeform 23"/>
            <p:cNvSpPr/>
            <p:nvPr/>
          </p:nvSpPr>
          <p:spPr bwMode="auto">
            <a:xfrm>
              <a:off x="1524000" y="9525"/>
              <a:ext cx="1246188" cy="1641475"/>
            </a:xfrm>
            <a:custGeom>
              <a:avLst/>
              <a:gdLst/>
              <a:ahLst/>
              <a:cxnLst/>
              <a:rect l="0" t="0" r="r" b="b"/>
              <a:pathLst>
                <a:path w="262" h="345">
                  <a:moveTo>
                    <a:pt x="262" y="0"/>
                  </a:moveTo>
                  <a:cubicBezTo>
                    <a:pt x="152" y="102"/>
                    <a:pt x="65" y="217"/>
                    <a:pt x="0" y="34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1" name="Freeform 24"/>
            <p:cNvSpPr/>
            <p:nvPr/>
          </p:nvSpPr>
          <p:spPr bwMode="auto">
            <a:xfrm>
              <a:off x="1524000" y="0"/>
              <a:ext cx="1036638" cy="1212850"/>
            </a:xfrm>
            <a:custGeom>
              <a:avLst/>
              <a:gdLst/>
              <a:ahLst/>
              <a:cxnLst/>
              <a:rect l="0" t="0" r="r" b="b"/>
              <a:pathLst>
                <a:path w="218" h="255">
                  <a:moveTo>
                    <a:pt x="218" y="0"/>
                  </a:moveTo>
                  <a:cubicBezTo>
                    <a:pt x="137" y="77"/>
                    <a:pt x="62" y="162"/>
                    <a:pt x="0" y="25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62" name="Group 61"/>
          <p:cNvGrpSpPr/>
          <p:nvPr/>
        </p:nvGrpSpPr>
        <p:grpSpPr>
          <a:xfrm>
            <a:off x="640080" y="1699589"/>
            <a:ext cx="3286552" cy="3470421"/>
            <a:chOff x="640080" y="1699589"/>
            <a:chExt cx="3286552" cy="3470421"/>
          </a:xfrm>
        </p:grpSpPr>
        <p:sp>
          <p:nvSpPr>
            <p:cNvPr id="63" name="Rectangle 62"/>
            <p:cNvSpPr/>
            <p:nvPr/>
          </p:nvSpPr>
          <p:spPr>
            <a:xfrm>
              <a:off x="644453" y="1699589"/>
              <a:ext cx="327780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4" name="Isosceles Triangle 22"/>
            <p:cNvSpPr/>
            <p:nvPr/>
          </p:nvSpPr>
          <p:spPr>
            <a:xfrm rot="10800000">
              <a:off x="2125363" y="4897607"/>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5" name="Rectangle 64"/>
            <p:cNvSpPr/>
            <p:nvPr/>
          </p:nvSpPr>
          <p:spPr>
            <a:xfrm>
              <a:off x="640080" y="2275661"/>
              <a:ext cx="3286552"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719952" y="2355068"/>
            <a:ext cx="3122163" cy="2459808"/>
          </a:xfrm>
        </p:spPr>
        <p:txBody>
          <a:bodyPr lIns="91440" tIns="91440" rIns="91440" bIns="91440"/>
          <a:lstStyle>
            <a:lvl1pPr>
              <a:defRPr>
                <a:solidFill>
                  <a:srgbClr val="FFFEFF"/>
                </a:solidFill>
              </a:defRPr>
            </a:lvl1pPr>
          </a:lstStyle>
          <a:p>
            <a:r>
              <a:rPr lang="en-US"/>
              <a:t>Click to edit Master title style</a:t>
            </a:r>
            <a:endParaRPr lang="en-US" dirty="0"/>
          </a:p>
        </p:txBody>
      </p:sp>
      <p:sp>
        <p:nvSpPr>
          <p:cNvPr id="3" name="Content Placeholder 2"/>
          <p:cNvSpPr>
            <a:spLocks noGrp="1"/>
          </p:cNvSpPr>
          <p:nvPr>
            <p:ph sz="half" idx="1"/>
          </p:nvPr>
        </p:nvSpPr>
        <p:spPr>
          <a:xfrm>
            <a:off x="4423014" y="804029"/>
            <a:ext cx="4091674" cy="24593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20283" y="3585104"/>
            <a:ext cx="4094404" cy="24706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640080" y="320040"/>
            <a:ext cx="2743200" cy="320040"/>
          </a:xfrm>
        </p:spPr>
        <p:txBody>
          <a:bodyPr/>
          <a:lstStyle/>
          <a:p>
            <a:fld id="{5BCAD085-E8A6-8845-BD4E-CB4CCA059FC4}" type="datetimeFigureOut">
              <a:rPr lang="en-US" smtClean="0"/>
              <a:t>3/2/2026</a:t>
            </a:fld>
            <a:endParaRPr lang="en-US"/>
          </a:p>
        </p:txBody>
      </p:sp>
      <p:sp>
        <p:nvSpPr>
          <p:cNvPr id="6" name="Footer Placeholder 5"/>
          <p:cNvSpPr>
            <a:spLocks noGrp="1"/>
          </p:cNvSpPr>
          <p:nvPr>
            <p:ph type="ftr" sz="quarter" idx="11"/>
          </p:nvPr>
        </p:nvSpPr>
        <p:spPr>
          <a:xfrm>
            <a:off x="640080" y="6227064"/>
            <a:ext cx="7854696" cy="320040"/>
          </a:xfrm>
        </p:spPr>
        <p:txBody>
          <a:bodyPr/>
          <a:lstStyle/>
          <a:p>
            <a:endParaRPr lang="en-US"/>
          </a:p>
        </p:txBody>
      </p:sp>
      <p:sp>
        <p:nvSpPr>
          <p:cNvPr id="7" name="Slide Number Placeholder 6"/>
          <p:cNvSpPr>
            <a:spLocks noGrp="1"/>
          </p:cNvSpPr>
          <p:nvPr>
            <p:ph type="sldNum" sz="quarter" idx="12"/>
          </p:nvPr>
        </p:nvSpPr>
        <p:spPr>
          <a:xfrm>
            <a:off x="7808976" y="320040"/>
            <a:ext cx="685800" cy="32004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39025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38" name="Group 37"/>
          <p:cNvGrpSpPr/>
          <p:nvPr/>
        </p:nvGrpSpPr>
        <p:grpSpPr>
          <a:xfrm>
            <a:off x="-286226" y="0"/>
            <a:ext cx="9421759" cy="6858001"/>
            <a:chOff x="1243013" y="0"/>
            <a:chExt cx="9402763" cy="6858001"/>
          </a:xfrm>
        </p:grpSpPr>
        <p:sp>
          <p:nvSpPr>
            <p:cNvPr id="39" name="Freeform 5"/>
            <p:cNvSpPr/>
            <p:nvPr/>
          </p:nvSpPr>
          <p:spPr bwMode="auto">
            <a:xfrm>
              <a:off x="2289175" y="0"/>
              <a:ext cx="3867150" cy="6848475"/>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0" name="Freeform 6"/>
            <p:cNvSpPr/>
            <p:nvPr/>
          </p:nvSpPr>
          <p:spPr bwMode="auto">
            <a:xfrm>
              <a:off x="9604375" y="9525"/>
              <a:ext cx="1041400" cy="328613"/>
            </a:xfrm>
            <a:custGeom>
              <a:avLst/>
              <a:gdLst/>
              <a:ahLst/>
              <a:cxnLst/>
              <a:rect l="0" t="0" r="r" b="b"/>
              <a:pathLst>
                <a:path w="219" h="69">
                  <a:moveTo>
                    <a:pt x="219" y="69"/>
                  </a:moveTo>
                  <a:cubicBezTo>
                    <a:pt x="147" y="41"/>
                    <a:pt x="71" y="1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1" name="Freeform 7"/>
            <p:cNvSpPr/>
            <p:nvPr/>
          </p:nvSpPr>
          <p:spPr bwMode="auto">
            <a:xfrm>
              <a:off x="9223375" y="5578475"/>
              <a:ext cx="1422400" cy="1270000"/>
            </a:xfrm>
            <a:custGeom>
              <a:avLst/>
              <a:gdLst/>
              <a:ahLst/>
              <a:cxnLst/>
              <a:rect l="0" t="0" r="r" b="b"/>
              <a:pathLst>
                <a:path w="299" h="267">
                  <a:moveTo>
                    <a:pt x="0" y="267"/>
                  </a:moveTo>
                  <a:cubicBezTo>
                    <a:pt x="105" y="186"/>
                    <a:pt x="206" y="96"/>
                    <a:pt x="299"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2" name="Freeform 8"/>
            <p:cNvSpPr/>
            <p:nvPr/>
          </p:nvSpPr>
          <p:spPr bwMode="auto">
            <a:xfrm>
              <a:off x="2103438" y="0"/>
              <a:ext cx="3681413" cy="6848475"/>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 name="Freeform 9"/>
            <p:cNvSpPr/>
            <p:nvPr/>
          </p:nvSpPr>
          <p:spPr bwMode="auto">
            <a:xfrm>
              <a:off x="10179050" y="9525"/>
              <a:ext cx="466725" cy="157163"/>
            </a:xfrm>
            <a:custGeom>
              <a:avLst/>
              <a:gdLst/>
              <a:ahLst/>
              <a:cxnLst/>
              <a:rect l="0" t="0" r="r" b="b"/>
              <a:pathLst>
                <a:path w="98" h="33">
                  <a:moveTo>
                    <a:pt x="98" y="33"/>
                  </a:moveTo>
                  <a:cubicBezTo>
                    <a:pt x="65" y="21"/>
                    <a:pt x="33" y="10"/>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4" name="Freeform 10"/>
            <p:cNvSpPr/>
            <p:nvPr/>
          </p:nvSpPr>
          <p:spPr bwMode="auto">
            <a:xfrm>
              <a:off x="9471025" y="5811838"/>
              <a:ext cx="1174750" cy="1046163"/>
            </a:xfrm>
            <a:custGeom>
              <a:avLst/>
              <a:gdLst/>
              <a:ahLst/>
              <a:cxnLst/>
              <a:rect l="0" t="0" r="r" b="b"/>
              <a:pathLst>
                <a:path w="247" h="220">
                  <a:moveTo>
                    <a:pt x="0" y="220"/>
                  </a:moveTo>
                  <a:cubicBezTo>
                    <a:pt x="86" y="152"/>
                    <a:pt x="169" y="78"/>
                    <a:pt x="247"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5" name="Freeform 11"/>
            <p:cNvSpPr/>
            <p:nvPr/>
          </p:nvSpPr>
          <p:spPr bwMode="auto">
            <a:xfrm>
              <a:off x="1985963" y="0"/>
              <a:ext cx="3622675" cy="6848475"/>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6" name="Freeform 12"/>
            <p:cNvSpPr/>
            <p:nvPr/>
          </p:nvSpPr>
          <p:spPr bwMode="auto">
            <a:xfrm>
              <a:off x="10479088" y="9525"/>
              <a:ext cx="166688" cy="57150"/>
            </a:xfrm>
            <a:custGeom>
              <a:avLst/>
              <a:gdLst/>
              <a:ahLst/>
              <a:cxnLst/>
              <a:rect l="0" t="0" r="r" b="b"/>
              <a:pathLst>
                <a:path w="35" h="12">
                  <a:moveTo>
                    <a:pt x="35" y="12"/>
                  </a:moveTo>
                  <a:cubicBezTo>
                    <a:pt x="23" y="8"/>
                    <a:pt x="12" y="4"/>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7" name="Freeform 13"/>
            <p:cNvSpPr/>
            <p:nvPr/>
          </p:nvSpPr>
          <p:spPr bwMode="auto">
            <a:xfrm>
              <a:off x="9618663" y="5940425"/>
              <a:ext cx="1027113" cy="908050"/>
            </a:xfrm>
            <a:custGeom>
              <a:avLst/>
              <a:gdLst/>
              <a:ahLst/>
              <a:cxnLst/>
              <a:rect l="0" t="0" r="r" b="b"/>
              <a:pathLst>
                <a:path w="216" h="191">
                  <a:moveTo>
                    <a:pt x="0" y="191"/>
                  </a:moveTo>
                  <a:cubicBezTo>
                    <a:pt x="75" y="131"/>
                    <a:pt x="147" y="67"/>
                    <a:pt x="216"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8" name="Freeform 14"/>
            <p:cNvSpPr/>
            <p:nvPr/>
          </p:nvSpPr>
          <p:spPr bwMode="auto">
            <a:xfrm>
              <a:off x="1985963" y="0"/>
              <a:ext cx="3248025" cy="6848475"/>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9" name="Freeform 15"/>
            <p:cNvSpPr/>
            <p:nvPr/>
          </p:nvSpPr>
          <p:spPr bwMode="auto">
            <a:xfrm>
              <a:off x="9780588" y="6054725"/>
              <a:ext cx="865188" cy="793750"/>
            </a:xfrm>
            <a:custGeom>
              <a:avLst/>
              <a:gdLst/>
              <a:ahLst/>
              <a:cxnLst/>
              <a:rect l="0" t="0" r="r" b="b"/>
              <a:pathLst>
                <a:path w="182" h="167">
                  <a:moveTo>
                    <a:pt x="0" y="167"/>
                  </a:moveTo>
                  <a:cubicBezTo>
                    <a:pt x="63" y="114"/>
                    <a:pt x="123" y="58"/>
                    <a:pt x="182"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0" name="Freeform 16"/>
            <p:cNvSpPr/>
            <p:nvPr/>
          </p:nvSpPr>
          <p:spPr bwMode="auto">
            <a:xfrm>
              <a:off x="1871663" y="0"/>
              <a:ext cx="3233738" cy="6848475"/>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1" name="Freeform 17"/>
            <p:cNvSpPr/>
            <p:nvPr/>
          </p:nvSpPr>
          <p:spPr bwMode="auto">
            <a:xfrm>
              <a:off x="9956800" y="6216650"/>
              <a:ext cx="688975" cy="631825"/>
            </a:xfrm>
            <a:custGeom>
              <a:avLst/>
              <a:gdLst/>
              <a:ahLst/>
              <a:cxnLst/>
              <a:rect l="0" t="0" r="r" b="b"/>
              <a:pathLst>
                <a:path w="145" h="133">
                  <a:moveTo>
                    <a:pt x="0" y="133"/>
                  </a:moveTo>
                  <a:cubicBezTo>
                    <a:pt x="50" y="90"/>
                    <a:pt x="98" y="46"/>
                    <a:pt x="14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2" name="Freeform 18"/>
            <p:cNvSpPr/>
            <p:nvPr/>
          </p:nvSpPr>
          <p:spPr bwMode="auto">
            <a:xfrm>
              <a:off x="1466850" y="0"/>
              <a:ext cx="3424238" cy="6848475"/>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19"/>
            <p:cNvSpPr/>
            <p:nvPr/>
          </p:nvSpPr>
          <p:spPr bwMode="auto">
            <a:xfrm>
              <a:off x="10264775" y="6519863"/>
              <a:ext cx="381000" cy="328613"/>
            </a:xfrm>
            <a:custGeom>
              <a:avLst/>
              <a:gdLst/>
              <a:ahLst/>
              <a:cxnLst/>
              <a:rect l="0" t="0" r="r" b="b"/>
              <a:pathLst>
                <a:path w="80" h="69">
                  <a:moveTo>
                    <a:pt x="0" y="69"/>
                  </a:moveTo>
                  <a:cubicBezTo>
                    <a:pt x="27" y="47"/>
                    <a:pt x="53" y="24"/>
                    <a:pt x="8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20"/>
            <p:cNvSpPr/>
            <p:nvPr/>
          </p:nvSpPr>
          <p:spPr bwMode="auto">
            <a:xfrm>
              <a:off x="1581150" y="0"/>
              <a:ext cx="2720975" cy="6848475"/>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55" name="Freeform 21"/>
            <p:cNvSpPr/>
            <p:nvPr/>
          </p:nvSpPr>
          <p:spPr bwMode="auto">
            <a:xfrm>
              <a:off x="1243013" y="0"/>
              <a:ext cx="2949575" cy="6848475"/>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56" name="Freeform 22"/>
            <p:cNvSpPr/>
            <p:nvPr/>
          </p:nvSpPr>
          <p:spPr bwMode="auto">
            <a:xfrm>
              <a:off x="1524000" y="0"/>
              <a:ext cx="1446213" cy="2030413"/>
            </a:xfrm>
            <a:custGeom>
              <a:avLst/>
              <a:gdLst/>
              <a:ahLst/>
              <a:cxnLst/>
              <a:rect l="0" t="0" r="r" b="b"/>
              <a:pathLst>
                <a:path w="304" h="427">
                  <a:moveTo>
                    <a:pt x="304" y="0"/>
                  </a:moveTo>
                  <a:cubicBezTo>
                    <a:pt x="170" y="120"/>
                    <a:pt x="69" y="267"/>
                    <a:pt x="0" y="42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7" name="Freeform 23"/>
            <p:cNvSpPr/>
            <p:nvPr/>
          </p:nvSpPr>
          <p:spPr bwMode="auto">
            <a:xfrm>
              <a:off x="1524000" y="9525"/>
              <a:ext cx="1246188" cy="1641475"/>
            </a:xfrm>
            <a:custGeom>
              <a:avLst/>
              <a:gdLst/>
              <a:ahLst/>
              <a:cxnLst/>
              <a:rect l="0" t="0" r="r" b="b"/>
              <a:pathLst>
                <a:path w="262" h="345">
                  <a:moveTo>
                    <a:pt x="262" y="0"/>
                  </a:moveTo>
                  <a:cubicBezTo>
                    <a:pt x="152" y="102"/>
                    <a:pt x="65" y="217"/>
                    <a:pt x="0" y="34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8" name="Freeform 24"/>
            <p:cNvSpPr/>
            <p:nvPr/>
          </p:nvSpPr>
          <p:spPr bwMode="auto">
            <a:xfrm>
              <a:off x="1524000" y="0"/>
              <a:ext cx="1036638" cy="1212850"/>
            </a:xfrm>
            <a:custGeom>
              <a:avLst/>
              <a:gdLst/>
              <a:ahLst/>
              <a:cxnLst/>
              <a:rect l="0" t="0" r="r" b="b"/>
              <a:pathLst>
                <a:path w="218" h="255">
                  <a:moveTo>
                    <a:pt x="218" y="0"/>
                  </a:moveTo>
                  <a:cubicBezTo>
                    <a:pt x="137" y="77"/>
                    <a:pt x="62" y="162"/>
                    <a:pt x="0" y="25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59" name="Group 58"/>
          <p:cNvGrpSpPr/>
          <p:nvPr/>
        </p:nvGrpSpPr>
        <p:grpSpPr>
          <a:xfrm>
            <a:off x="640080" y="1699589"/>
            <a:ext cx="3286552" cy="3470421"/>
            <a:chOff x="640080" y="1699589"/>
            <a:chExt cx="3286552" cy="3470421"/>
          </a:xfrm>
        </p:grpSpPr>
        <p:sp>
          <p:nvSpPr>
            <p:cNvPr id="60" name="Rectangle 59"/>
            <p:cNvSpPr/>
            <p:nvPr/>
          </p:nvSpPr>
          <p:spPr>
            <a:xfrm>
              <a:off x="644453" y="1699589"/>
              <a:ext cx="327780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1" name="Isosceles Triangle 22"/>
            <p:cNvSpPr/>
            <p:nvPr/>
          </p:nvSpPr>
          <p:spPr>
            <a:xfrm rot="10800000">
              <a:off x="2125363" y="4897607"/>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2" name="Rectangle 61"/>
            <p:cNvSpPr/>
            <p:nvPr/>
          </p:nvSpPr>
          <p:spPr>
            <a:xfrm>
              <a:off x="640080" y="2275661"/>
              <a:ext cx="3286552"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719952" y="2355848"/>
            <a:ext cx="3122163" cy="2459028"/>
          </a:xfrm>
        </p:spPr>
        <p:txBody>
          <a:bodyPr lIns="91440" tIns="91440" rIns="91440" bIns="91440"/>
          <a:lstStyle>
            <a:lvl1pPr>
              <a:defRPr>
                <a:solidFill>
                  <a:srgbClr val="FFFEFF"/>
                </a:solidFill>
              </a:defRPr>
            </a:lvl1pPr>
          </a:lstStyle>
          <a:p>
            <a:r>
              <a:rPr lang="en-US"/>
              <a:t>Click to edit Master title style</a:t>
            </a:r>
            <a:endParaRPr lang="en-US" dirty="0"/>
          </a:p>
        </p:txBody>
      </p:sp>
      <p:sp>
        <p:nvSpPr>
          <p:cNvPr id="3" name="Text Placeholder 2"/>
          <p:cNvSpPr>
            <a:spLocks noGrp="1"/>
          </p:cNvSpPr>
          <p:nvPr>
            <p:ph type="body" idx="1"/>
          </p:nvPr>
        </p:nvSpPr>
        <p:spPr>
          <a:xfrm>
            <a:off x="4706612" y="802200"/>
            <a:ext cx="3805123" cy="685800"/>
          </a:xfrm>
        </p:spPr>
        <p:txBody>
          <a:bodyPr anchor="ctr">
            <a:noAutofit/>
          </a:bodyPr>
          <a:lstStyle>
            <a:lvl1pPr marL="0" indent="0" algn="l">
              <a:lnSpc>
                <a:spcPct val="100000"/>
              </a:lnSpc>
              <a:buNone/>
              <a:defRPr sz="18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06636" y="1487999"/>
            <a:ext cx="3804674" cy="17753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95010" y="3585518"/>
            <a:ext cx="3819675" cy="685800"/>
          </a:xfrm>
        </p:spPr>
        <p:txBody>
          <a:bodyPr anchor="ctr">
            <a:noAutofit/>
          </a:bodyPr>
          <a:lstStyle>
            <a:lvl1pPr marL="0" indent="0" algn="l">
              <a:lnSpc>
                <a:spcPct val="100000"/>
              </a:lnSpc>
              <a:buNone/>
              <a:defRPr sz="18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95010" y="4270332"/>
            <a:ext cx="3819675" cy="17854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40080" y="320040"/>
            <a:ext cx="2743200" cy="320040"/>
          </a:xfrm>
        </p:spPr>
        <p:txBody>
          <a:bodyPr/>
          <a:lstStyle/>
          <a:p>
            <a:fld id="{5BCAD085-E8A6-8845-BD4E-CB4CCA059FC4}" type="datetimeFigureOut">
              <a:rPr lang="en-US" smtClean="0"/>
              <a:t>3/2/2026</a:t>
            </a:fld>
            <a:endParaRPr lang="en-US"/>
          </a:p>
        </p:txBody>
      </p:sp>
      <p:sp>
        <p:nvSpPr>
          <p:cNvPr id="8" name="Footer Placeholder 7"/>
          <p:cNvSpPr>
            <a:spLocks noGrp="1"/>
          </p:cNvSpPr>
          <p:nvPr>
            <p:ph type="ftr" sz="quarter" idx="11"/>
          </p:nvPr>
        </p:nvSpPr>
        <p:spPr>
          <a:xfrm>
            <a:off x="640080" y="6227064"/>
            <a:ext cx="7854696" cy="320040"/>
          </a:xfrm>
        </p:spPr>
        <p:txBody>
          <a:bodyPr/>
          <a:lstStyle/>
          <a:p>
            <a:endParaRPr lang="en-US"/>
          </a:p>
        </p:txBody>
      </p:sp>
      <p:sp>
        <p:nvSpPr>
          <p:cNvPr id="9" name="Slide Number Placeholder 8"/>
          <p:cNvSpPr>
            <a:spLocks noGrp="1"/>
          </p:cNvSpPr>
          <p:nvPr>
            <p:ph type="sldNum" sz="quarter" idx="12"/>
          </p:nvPr>
        </p:nvSpPr>
        <p:spPr>
          <a:xfrm>
            <a:off x="7808976" y="320040"/>
            <a:ext cx="685800" cy="32004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79968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76" name="Group 75"/>
          <p:cNvGrpSpPr/>
          <p:nvPr/>
        </p:nvGrpSpPr>
        <p:grpSpPr>
          <a:xfrm>
            <a:off x="-286226" y="0"/>
            <a:ext cx="9421759" cy="6858001"/>
            <a:chOff x="1243013" y="0"/>
            <a:chExt cx="9402763" cy="6858001"/>
          </a:xfrm>
        </p:grpSpPr>
        <p:sp>
          <p:nvSpPr>
            <p:cNvPr id="77" name="Freeform 5"/>
            <p:cNvSpPr/>
            <p:nvPr/>
          </p:nvSpPr>
          <p:spPr bwMode="auto">
            <a:xfrm>
              <a:off x="2289175" y="0"/>
              <a:ext cx="3867150" cy="6848475"/>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8" name="Freeform 6"/>
            <p:cNvSpPr/>
            <p:nvPr/>
          </p:nvSpPr>
          <p:spPr bwMode="auto">
            <a:xfrm>
              <a:off x="9604375" y="9525"/>
              <a:ext cx="1041400" cy="328613"/>
            </a:xfrm>
            <a:custGeom>
              <a:avLst/>
              <a:gdLst/>
              <a:ahLst/>
              <a:cxnLst/>
              <a:rect l="0" t="0" r="r" b="b"/>
              <a:pathLst>
                <a:path w="219" h="69">
                  <a:moveTo>
                    <a:pt x="219" y="69"/>
                  </a:moveTo>
                  <a:cubicBezTo>
                    <a:pt x="147" y="41"/>
                    <a:pt x="71" y="1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9" name="Freeform 7"/>
            <p:cNvSpPr/>
            <p:nvPr/>
          </p:nvSpPr>
          <p:spPr bwMode="auto">
            <a:xfrm>
              <a:off x="9223375" y="5578475"/>
              <a:ext cx="1422400" cy="1270000"/>
            </a:xfrm>
            <a:custGeom>
              <a:avLst/>
              <a:gdLst/>
              <a:ahLst/>
              <a:cxnLst/>
              <a:rect l="0" t="0" r="r" b="b"/>
              <a:pathLst>
                <a:path w="299" h="267">
                  <a:moveTo>
                    <a:pt x="0" y="267"/>
                  </a:moveTo>
                  <a:cubicBezTo>
                    <a:pt x="105" y="186"/>
                    <a:pt x="206" y="96"/>
                    <a:pt x="299"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0" name="Freeform 8"/>
            <p:cNvSpPr/>
            <p:nvPr/>
          </p:nvSpPr>
          <p:spPr bwMode="auto">
            <a:xfrm>
              <a:off x="2103438" y="0"/>
              <a:ext cx="3681413" cy="6848475"/>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1" name="Freeform 9"/>
            <p:cNvSpPr/>
            <p:nvPr/>
          </p:nvSpPr>
          <p:spPr bwMode="auto">
            <a:xfrm>
              <a:off x="10179050" y="9525"/>
              <a:ext cx="466725" cy="157163"/>
            </a:xfrm>
            <a:custGeom>
              <a:avLst/>
              <a:gdLst/>
              <a:ahLst/>
              <a:cxnLst/>
              <a:rect l="0" t="0" r="r" b="b"/>
              <a:pathLst>
                <a:path w="98" h="33">
                  <a:moveTo>
                    <a:pt x="98" y="33"/>
                  </a:moveTo>
                  <a:cubicBezTo>
                    <a:pt x="65" y="21"/>
                    <a:pt x="33" y="10"/>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2" name="Freeform 10"/>
            <p:cNvSpPr/>
            <p:nvPr/>
          </p:nvSpPr>
          <p:spPr bwMode="auto">
            <a:xfrm>
              <a:off x="9471025" y="5811838"/>
              <a:ext cx="1174750" cy="1046163"/>
            </a:xfrm>
            <a:custGeom>
              <a:avLst/>
              <a:gdLst/>
              <a:ahLst/>
              <a:cxnLst/>
              <a:rect l="0" t="0" r="r" b="b"/>
              <a:pathLst>
                <a:path w="247" h="220">
                  <a:moveTo>
                    <a:pt x="0" y="220"/>
                  </a:moveTo>
                  <a:cubicBezTo>
                    <a:pt x="86" y="152"/>
                    <a:pt x="169" y="78"/>
                    <a:pt x="247"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83" name="Freeform 11"/>
            <p:cNvSpPr/>
            <p:nvPr/>
          </p:nvSpPr>
          <p:spPr bwMode="auto">
            <a:xfrm>
              <a:off x="1985963" y="0"/>
              <a:ext cx="3622675" cy="6848475"/>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4" name="Freeform 12"/>
            <p:cNvSpPr/>
            <p:nvPr/>
          </p:nvSpPr>
          <p:spPr bwMode="auto">
            <a:xfrm>
              <a:off x="10479088" y="9525"/>
              <a:ext cx="166688" cy="57150"/>
            </a:xfrm>
            <a:custGeom>
              <a:avLst/>
              <a:gdLst/>
              <a:ahLst/>
              <a:cxnLst/>
              <a:rect l="0" t="0" r="r" b="b"/>
              <a:pathLst>
                <a:path w="35" h="12">
                  <a:moveTo>
                    <a:pt x="35" y="12"/>
                  </a:moveTo>
                  <a:cubicBezTo>
                    <a:pt x="23" y="8"/>
                    <a:pt x="12" y="4"/>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5" name="Freeform 13"/>
            <p:cNvSpPr/>
            <p:nvPr/>
          </p:nvSpPr>
          <p:spPr bwMode="auto">
            <a:xfrm>
              <a:off x="9618663" y="5940425"/>
              <a:ext cx="1027113" cy="908050"/>
            </a:xfrm>
            <a:custGeom>
              <a:avLst/>
              <a:gdLst/>
              <a:ahLst/>
              <a:cxnLst/>
              <a:rect l="0" t="0" r="r" b="b"/>
              <a:pathLst>
                <a:path w="216" h="191">
                  <a:moveTo>
                    <a:pt x="0" y="191"/>
                  </a:moveTo>
                  <a:cubicBezTo>
                    <a:pt x="75" y="131"/>
                    <a:pt x="147" y="67"/>
                    <a:pt x="216"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6" name="Freeform 14"/>
            <p:cNvSpPr/>
            <p:nvPr/>
          </p:nvSpPr>
          <p:spPr bwMode="auto">
            <a:xfrm>
              <a:off x="1985963" y="0"/>
              <a:ext cx="3248025" cy="6848475"/>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15"/>
            <p:cNvSpPr/>
            <p:nvPr/>
          </p:nvSpPr>
          <p:spPr bwMode="auto">
            <a:xfrm>
              <a:off x="9780588" y="6054725"/>
              <a:ext cx="865188" cy="793750"/>
            </a:xfrm>
            <a:custGeom>
              <a:avLst/>
              <a:gdLst/>
              <a:ahLst/>
              <a:cxnLst/>
              <a:rect l="0" t="0" r="r" b="b"/>
              <a:pathLst>
                <a:path w="182" h="167">
                  <a:moveTo>
                    <a:pt x="0" y="167"/>
                  </a:moveTo>
                  <a:cubicBezTo>
                    <a:pt x="63" y="114"/>
                    <a:pt x="123" y="58"/>
                    <a:pt x="182"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16"/>
            <p:cNvSpPr/>
            <p:nvPr/>
          </p:nvSpPr>
          <p:spPr bwMode="auto">
            <a:xfrm>
              <a:off x="1871663" y="0"/>
              <a:ext cx="3233738" cy="6848475"/>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17"/>
            <p:cNvSpPr/>
            <p:nvPr/>
          </p:nvSpPr>
          <p:spPr bwMode="auto">
            <a:xfrm>
              <a:off x="9956800" y="6216650"/>
              <a:ext cx="688975" cy="631825"/>
            </a:xfrm>
            <a:custGeom>
              <a:avLst/>
              <a:gdLst/>
              <a:ahLst/>
              <a:cxnLst/>
              <a:rect l="0" t="0" r="r" b="b"/>
              <a:pathLst>
                <a:path w="145" h="133">
                  <a:moveTo>
                    <a:pt x="0" y="133"/>
                  </a:moveTo>
                  <a:cubicBezTo>
                    <a:pt x="50" y="90"/>
                    <a:pt x="98" y="46"/>
                    <a:pt x="14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18"/>
            <p:cNvSpPr/>
            <p:nvPr/>
          </p:nvSpPr>
          <p:spPr bwMode="auto">
            <a:xfrm>
              <a:off x="1466850" y="0"/>
              <a:ext cx="3424238" cy="6848475"/>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19"/>
            <p:cNvSpPr/>
            <p:nvPr/>
          </p:nvSpPr>
          <p:spPr bwMode="auto">
            <a:xfrm>
              <a:off x="10264775" y="6519863"/>
              <a:ext cx="381000" cy="328613"/>
            </a:xfrm>
            <a:custGeom>
              <a:avLst/>
              <a:gdLst/>
              <a:ahLst/>
              <a:cxnLst/>
              <a:rect l="0" t="0" r="r" b="b"/>
              <a:pathLst>
                <a:path w="80" h="69">
                  <a:moveTo>
                    <a:pt x="0" y="69"/>
                  </a:moveTo>
                  <a:cubicBezTo>
                    <a:pt x="27" y="47"/>
                    <a:pt x="53" y="24"/>
                    <a:pt x="8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2" name="Freeform 20"/>
            <p:cNvSpPr/>
            <p:nvPr/>
          </p:nvSpPr>
          <p:spPr bwMode="auto">
            <a:xfrm>
              <a:off x="1581150" y="0"/>
              <a:ext cx="2720975" cy="6848475"/>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93" name="Freeform 21"/>
            <p:cNvSpPr/>
            <p:nvPr/>
          </p:nvSpPr>
          <p:spPr bwMode="auto">
            <a:xfrm>
              <a:off x="1243013" y="0"/>
              <a:ext cx="2949575" cy="6848475"/>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94" name="Freeform 22"/>
            <p:cNvSpPr/>
            <p:nvPr/>
          </p:nvSpPr>
          <p:spPr bwMode="auto">
            <a:xfrm>
              <a:off x="1524000" y="0"/>
              <a:ext cx="1446213" cy="2030413"/>
            </a:xfrm>
            <a:custGeom>
              <a:avLst/>
              <a:gdLst/>
              <a:ahLst/>
              <a:cxnLst/>
              <a:rect l="0" t="0" r="r" b="b"/>
              <a:pathLst>
                <a:path w="304" h="427">
                  <a:moveTo>
                    <a:pt x="304" y="0"/>
                  </a:moveTo>
                  <a:cubicBezTo>
                    <a:pt x="170" y="120"/>
                    <a:pt x="69" y="267"/>
                    <a:pt x="0" y="42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23"/>
            <p:cNvSpPr/>
            <p:nvPr/>
          </p:nvSpPr>
          <p:spPr bwMode="auto">
            <a:xfrm>
              <a:off x="1524000" y="9525"/>
              <a:ext cx="1246188" cy="1641475"/>
            </a:xfrm>
            <a:custGeom>
              <a:avLst/>
              <a:gdLst/>
              <a:ahLst/>
              <a:cxnLst/>
              <a:rect l="0" t="0" r="r" b="b"/>
              <a:pathLst>
                <a:path w="262" h="345">
                  <a:moveTo>
                    <a:pt x="262" y="0"/>
                  </a:moveTo>
                  <a:cubicBezTo>
                    <a:pt x="152" y="102"/>
                    <a:pt x="65" y="217"/>
                    <a:pt x="0" y="34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24"/>
            <p:cNvSpPr/>
            <p:nvPr/>
          </p:nvSpPr>
          <p:spPr bwMode="auto">
            <a:xfrm>
              <a:off x="1524000" y="0"/>
              <a:ext cx="1036638" cy="1212850"/>
            </a:xfrm>
            <a:custGeom>
              <a:avLst/>
              <a:gdLst/>
              <a:ahLst/>
              <a:cxnLst/>
              <a:rect l="0" t="0" r="r" b="b"/>
              <a:pathLst>
                <a:path w="218" h="255">
                  <a:moveTo>
                    <a:pt x="218" y="0"/>
                  </a:moveTo>
                  <a:cubicBezTo>
                    <a:pt x="137" y="77"/>
                    <a:pt x="62" y="162"/>
                    <a:pt x="0" y="25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40" name="Group 39"/>
          <p:cNvGrpSpPr/>
          <p:nvPr/>
        </p:nvGrpSpPr>
        <p:grpSpPr>
          <a:xfrm>
            <a:off x="640080" y="1699589"/>
            <a:ext cx="3286552" cy="3470421"/>
            <a:chOff x="640080" y="1699589"/>
            <a:chExt cx="3286552" cy="3470421"/>
          </a:xfrm>
        </p:grpSpPr>
        <p:sp>
          <p:nvSpPr>
            <p:cNvPr id="41" name="Rectangle 40"/>
            <p:cNvSpPr/>
            <p:nvPr/>
          </p:nvSpPr>
          <p:spPr>
            <a:xfrm>
              <a:off x="644453" y="1699589"/>
              <a:ext cx="327780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2" name="Isosceles Triangle 22"/>
            <p:cNvSpPr/>
            <p:nvPr/>
          </p:nvSpPr>
          <p:spPr>
            <a:xfrm rot="10800000">
              <a:off x="2125363" y="4897607"/>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3" name="Rectangle 42"/>
            <p:cNvSpPr/>
            <p:nvPr/>
          </p:nvSpPr>
          <p:spPr>
            <a:xfrm>
              <a:off x="640080" y="2275661"/>
              <a:ext cx="3286552"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725554" y="2349924"/>
            <a:ext cx="3112047" cy="2464952"/>
          </a:xfrm>
        </p:spPr>
        <p:txBody>
          <a:bodyPr/>
          <a:lstStyle>
            <a:lvl1pPr>
              <a:defRPr>
                <a:solidFill>
                  <a:srgbClr val="FFFEFF"/>
                </a:solidFill>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3/2/2026</a:t>
            </a:fld>
            <a:endParaRPr lang="en-US"/>
          </a:p>
        </p:txBody>
      </p:sp>
      <p:sp>
        <p:nvSpPr>
          <p:cNvPr id="4" name="Footer Placeholder 3"/>
          <p:cNvSpPr>
            <a:spLocks noGrp="1"/>
          </p:cNvSpPr>
          <p:nvPr>
            <p:ph type="ftr" sz="quarter" idx="11"/>
          </p:nvPr>
        </p:nvSpPr>
        <p:spPr>
          <a:xfrm>
            <a:off x="640080" y="6227064"/>
            <a:ext cx="7854696" cy="320040"/>
          </a:xfrm>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491510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40080" y="320040"/>
            <a:ext cx="2743200" cy="320040"/>
          </a:xfrm>
        </p:spPr>
        <p:txBody>
          <a:bodyPr/>
          <a:lstStyle/>
          <a:p>
            <a:fld id="{5BCAD085-E8A6-8845-BD4E-CB4CCA059FC4}" type="datetimeFigureOut">
              <a:rPr lang="en-US" smtClean="0"/>
              <a:t>3/2/2026</a:t>
            </a:fld>
            <a:endParaRPr lang="en-US"/>
          </a:p>
        </p:txBody>
      </p:sp>
      <p:sp>
        <p:nvSpPr>
          <p:cNvPr id="3" name="Footer Placeholder 2"/>
          <p:cNvSpPr>
            <a:spLocks noGrp="1"/>
          </p:cNvSpPr>
          <p:nvPr>
            <p:ph type="ftr" sz="quarter" idx="11"/>
          </p:nvPr>
        </p:nvSpPr>
        <p:spPr>
          <a:xfrm>
            <a:off x="640080" y="6227064"/>
            <a:ext cx="7854696" cy="320040"/>
          </a:xfrm>
        </p:spPr>
        <p:txBody>
          <a:bodyPr/>
          <a:lstStyle/>
          <a:p>
            <a:endParaRPr lang="en-US"/>
          </a:p>
        </p:txBody>
      </p:sp>
      <p:sp>
        <p:nvSpPr>
          <p:cNvPr id="4" name="Slide Number Placeholder 3"/>
          <p:cNvSpPr>
            <a:spLocks noGrp="1"/>
          </p:cNvSpPr>
          <p:nvPr>
            <p:ph type="sldNum" sz="quarter" idx="12"/>
          </p:nvPr>
        </p:nvSpPr>
        <p:spPr>
          <a:xfrm>
            <a:off x="7808976" y="320040"/>
            <a:ext cx="685800" cy="32004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69444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87" name="Group 86"/>
          <p:cNvGrpSpPr/>
          <p:nvPr/>
        </p:nvGrpSpPr>
        <p:grpSpPr>
          <a:xfrm>
            <a:off x="-286226" y="0"/>
            <a:ext cx="9421759" cy="6858001"/>
            <a:chOff x="1243013" y="0"/>
            <a:chExt cx="9402763" cy="6858001"/>
          </a:xfrm>
        </p:grpSpPr>
        <p:sp>
          <p:nvSpPr>
            <p:cNvPr id="88" name="Freeform 5"/>
            <p:cNvSpPr/>
            <p:nvPr/>
          </p:nvSpPr>
          <p:spPr bwMode="auto">
            <a:xfrm>
              <a:off x="2289175" y="0"/>
              <a:ext cx="3867150" cy="6848475"/>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6"/>
            <p:cNvSpPr/>
            <p:nvPr/>
          </p:nvSpPr>
          <p:spPr bwMode="auto">
            <a:xfrm>
              <a:off x="9604375" y="9525"/>
              <a:ext cx="1041400" cy="328613"/>
            </a:xfrm>
            <a:custGeom>
              <a:avLst/>
              <a:gdLst/>
              <a:ahLst/>
              <a:cxnLst/>
              <a:rect l="0" t="0" r="r" b="b"/>
              <a:pathLst>
                <a:path w="219" h="69">
                  <a:moveTo>
                    <a:pt x="219" y="69"/>
                  </a:moveTo>
                  <a:cubicBezTo>
                    <a:pt x="147" y="41"/>
                    <a:pt x="71" y="1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0" name="Freeform 7"/>
            <p:cNvSpPr/>
            <p:nvPr/>
          </p:nvSpPr>
          <p:spPr bwMode="auto">
            <a:xfrm>
              <a:off x="9223375" y="5578475"/>
              <a:ext cx="1422400" cy="1270000"/>
            </a:xfrm>
            <a:custGeom>
              <a:avLst/>
              <a:gdLst/>
              <a:ahLst/>
              <a:cxnLst/>
              <a:rect l="0" t="0" r="r" b="b"/>
              <a:pathLst>
                <a:path w="299" h="267">
                  <a:moveTo>
                    <a:pt x="0" y="267"/>
                  </a:moveTo>
                  <a:cubicBezTo>
                    <a:pt x="105" y="186"/>
                    <a:pt x="206" y="96"/>
                    <a:pt x="299"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1" name="Freeform 8"/>
            <p:cNvSpPr/>
            <p:nvPr/>
          </p:nvSpPr>
          <p:spPr bwMode="auto">
            <a:xfrm>
              <a:off x="2103438" y="0"/>
              <a:ext cx="3681413" cy="6848475"/>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2" name="Freeform 9"/>
            <p:cNvSpPr/>
            <p:nvPr/>
          </p:nvSpPr>
          <p:spPr bwMode="auto">
            <a:xfrm>
              <a:off x="10179050" y="9525"/>
              <a:ext cx="466725" cy="157163"/>
            </a:xfrm>
            <a:custGeom>
              <a:avLst/>
              <a:gdLst/>
              <a:ahLst/>
              <a:cxnLst/>
              <a:rect l="0" t="0" r="r" b="b"/>
              <a:pathLst>
                <a:path w="98" h="33">
                  <a:moveTo>
                    <a:pt x="98" y="33"/>
                  </a:moveTo>
                  <a:cubicBezTo>
                    <a:pt x="65" y="21"/>
                    <a:pt x="33" y="10"/>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3" name="Freeform 10"/>
            <p:cNvSpPr/>
            <p:nvPr/>
          </p:nvSpPr>
          <p:spPr bwMode="auto">
            <a:xfrm>
              <a:off x="9471025" y="5811838"/>
              <a:ext cx="1174750" cy="1046163"/>
            </a:xfrm>
            <a:custGeom>
              <a:avLst/>
              <a:gdLst/>
              <a:ahLst/>
              <a:cxnLst/>
              <a:rect l="0" t="0" r="r" b="b"/>
              <a:pathLst>
                <a:path w="247" h="220">
                  <a:moveTo>
                    <a:pt x="0" y="220"/>
                  </a:moveTo>
                  <a:cubicBezTo>
                    <a:pt x="86" y="152"/>
                    <a:pt x="169" y="78"/>
                    <a:pt x="247"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4" name="Freeform 11"/>
            <p:cNvSpPr/>
            <p:nvPr/>
          </p:nvSpPr>
          <p:spPr bwMode="auto">
            <a:xfrm>
              <a:off x="1985963" y="0"/>
              <a:ext cx="3622675" cy="6848475"/>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2"/>
            <p:cNvSpPr/>
            <p:nvPr/>
          </p:nvSpPr>
          <p:spPr bwMode="auto">
            <a:xfrm>
              <a:off x="10479088" y="9525"/>
              <a:ext cx="166688" cy="57150"/>
            </a:xfrm>
            <a:custGeom>
              <a:avLst/>
              <a:gdLst/>
              <a:ahLst/>
              <a:cxnLst/>
              <a:rect l="0" t="0" r="r" b="b"/>
              <a:pathLst>
                <a:path w="35" h="12">
                  <a:moveTo>
                    <a:pt x="35" y="12"/>
                  </a:moveTo>
                  <a:cubicBezTo>
                    <a:pt x="23" y="8"/>
                    <a:pt x="12" y="4"/>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13"/>
            <p:cNvSpPr/>
            <p:nvPr/>
          </p:nvSpPr>
          <p:spPr bwMode="auto">
            <a:xfrm>
              <a:off x="9618663" y="5940425"/>
              <a:ext cx="1027113" cy="908050"/>
            </a:xfrm>
            <a:custGeom>
              <a:avLst/>
              <a:gdLst/>
              <a:ahLst/>
              <a:cxnLst/>
              <a:rect l="0" t="0" r="r" b="b"/>
              <a:pathLst>
                <a:path w="216" h="191">
                  <a:moveTo>
                    <a:pt x="0" y="191"/>
                  </a:moveTo>
                  <a:cubicBezTo>
                    <a:pt x="75" y="131"/>
                    <a:pt x="147" y="67"/>
                    <a:pt x="216"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14"/>
            <p:cNvSpPr/>
            <p:nvPr/>
          </p:nvSpPr>
          <p:spPr bwMode="auto">
            <a:xfrm>
              <a:off x="1985963" y="0"/>
              <a:ext cx="3248025" cy="6848475"/>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15"/>
            <p:cNvSpPr/>
            <p:nvPr/>
          </p:nvSpPr>
          <p:spPr bwMode="auto">
            <a:xfrm>
              <a:off x="9780588" y="6054725"/>
              <a:ext cx="865188" cy="793750"/>
            </a:xfrm>
            <a:custGeom>
              <a:avLst/>
              <a:gdLst/>
              <a:ahLst/>
              <a:cxnLst/>
              <a:rect l="0" t="0" r="r" b="b"/>
              <a:pathLst>
                <a:path w="182" h="167">
                  <a:moveTo>
                    <a:pt x="0" y="167"/>
                  </a:moveTo>
                  <a:cubicBezTo>
                    <a:pt x="63" y="114"/>
                    <a:pt x="123" y="58"/>
                    <a:pt x="182"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16"/>
            <p:cNvSpPr/>
            <p:nvPr/>
          </p:nvSpPr>
          <p:spPr bwMode="auto">
            <a:xfrm>
              <a:off x="1871663" y="0"/>
              <a:ext cx="3233738" cy="6848475"/>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17"/>
            <p:cNvSpPr/>
            <p:nvPr/>
          </p:nvSpPr>
          <p:spPr bwMode="auto">
            <a:xfrm>
              <a:off x="9956800" y="6216650"/>
              <a:ext cx="688975" cy="631825"/>
            </a:xfrm>
            <a:custGeom>
              <a:avLst/>
              <a:gdLst/>
              <a:ahLst/>
              <a:cxnLst/>
              <a:rect l="0" t="0" r="r" b="b"/>
              <a:pathLst>
                <a:path w="145" h="133">
                  <a:moveTo>
                    <a:pt x="0" y="133"/>
                  </a:moveTo>
                  <a:cubicBezTo>
                    <a:pt x="50" y="90"/>
                    <a:pt x="98" y="46"/>
                    <a:pt x="14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18"/>
            <p:cNvSpPr/>
            <p:nvPr/>
          </p:nvSpPr>
          <p:spPr bwMode="auto">
            <a:xfrm>
              <a:off x="1466850" y="0"/>
              <a:ext cx="3424238" cy="6848475"/>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2" name="Freeform 19"/>
            <p:cNvSpPr/>
            <p:nvPr/>
          </p:nvSpPr>
          <p:spPr bwMode="auto">
            <a:xfrm>
              <a:off x="10264775" y="6519863"/>
              <a:ext cx="381000" cy="328613"/>
            </a:xfrm>
            <a:custGeom>
              <a:avLst/>
              <a:gdLst/>
              <a:ahLst/>
              <a:cxnLst/>
              <a:rect l="0" t="0" r="r" b="b"/>
              <a:pathLst>
                <a:path w="80" h="69">
                  <a:moveTo>
                    <a:pt x="0" y="69"/>
                  </a:moveTo>
                  <a:cubicBezTo>
                    <a:pt x="27" y="47"/>
                    <a:pt x="53" y="24"/>
                    <a:pt x="8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3" name="Freeform 20"/>
            <p:cNvSpPr/>
            <p:nvPr/>
          </p:nvSpPr>
          <p:spPr bwMode="auto">
            <a:xfrm>
              <a:off x="1581150" y="0"/>
              <a:ext cx="2720975" cy="6848475"/>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4" name="Freeform 21"/>
            <p:cNvSpPr/>
            <p:nvPr/>
          </p:nvSpPr>
          <p:spPr bwMode="auto">
            <a:xfrm>
              <a:off x="1243013" y="0"/>
              <a:ext cx="2949575" cy="6848475"/>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105" name="Freeform 22"/>
            <p:cNvSpPr/>
            <p:nvPr/>
          </p:nvSpPr>
          <p:spPr bwMode="auto">
            <a:xfrm>
              <a:off x="1524000" y="0"/>
              <a:ext cx="1446213" cy="2030413"/>
            </a:xfrm>
            <a:custGeom>
              <a:avLst/>
              <a:gdLst/>
              <a:ahLst/>
              <a:cxnLst/>
              <a:rect l="0" t="0" r="r" b="b"/>
              <a:pathLst>
                <a:path w="304" h="427">
                  <a:moveTo>
                    <a:pt x="304" y="0"/>
                  </a:moveTo>
                  <a:cubicBezTo>
                    <a:pt x="170" y="120"/>
                    <a:pt x="69" y="267"/>
                    <a:pt x="0" y="42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6" name="Freeform 23"/>
            <p:cNvSpPr/>
            <p:nvPr/>
          </p:nvSpPr>
          <p:spPr bwMode="auto">
            <a:xfrm>
              <a:off x="1524000" y="9525"/>
              <a:ext cx="1246188" cy="1641475"/>
            </a:xfrm>
            <a:custGeom>
              <a:avLst/>
              <a:gdLst/>
              <a:ahLst/>
              <a:cxnLst/>
              <a:rect l="0" t="0" r="r" b="b"/>
              <a:pathLst>
                <a:path w="262" h="345">
                  <a:moveTo>
                    <a:pt x="262" y="0"/>
                  </a:moveTo>
                  <a:cubicBezTo>
                    <a:pt x="152" y="102"/>
                    <a:pt x="65" y="217"/>
                    <a:pt x="0" y="34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7" name="Freeform 24"/>
            <p:cNvSpPr/>
            <p:nvPr/>
          </p:nvSpPr>
          <p:spPr bwMode="auto">
            <a:xfrm>
              <a:off x="1524000" y="0"/>
              <a:ext cx="1036638" cy="1212850"/>
            </a:xfrm>
            <a:custGeom>
              <a:avLst/>
              <a:gdLst/>
              <a:ahLst/>
              <a:cxnLst/>
              <a:rect l="0" t="0" r="r" b="b"/>
              <a:pathLst>
                <a:path w="218" h="255">
                  <a:moveTo>
                    <a:pt x="218" y="0"/>
                  </a:moveTo>
                  <a:cubicBezTo>
                    <a:pt x="137" y="77"/>
                    <a:pt x="62" y="162"/>
                    <a:pt x="0" y="25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42" name="Group 41"/>
          <p:cNvGrpSpPr/>
          <p:nvPr/>
        </p:nvGrpSpPr>
        <p:grpSpPr>
          <a:xfrm>
            <a:off x="640080" y="1699589"/>
            <a:ext cx="3286552" cy="3470421"/>
            <a:chOff x="640080" y="1699589"/>
            <a:chExt cx="3286552" cy="3470421"/>
          </a:xfrm>
        </p:grpSpPr>
        <p:sp>
          <p:nvSpPr>
            <p:cNvPr id="43" name="Rectangle 42"/>
            <p:cNvSpPr/>
            <p:nvPr/>
          </p:nvSpPr>
          <p:spPr>
            <a:xfrm>
              <a:off x="644453" y="1699589"/>
              <a:ext cx="327780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4" name="Isosceles Triangle 22"/>
            <p:cNvSpPr/>
            <p:nvPr/>
          </p:nvSpPr>
          <p:spPr>
            <a:xfrm rot="10800000">
              <a:off x="2125363" y="4897607"/>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5" name="Rectangle 44"/>
            <p:cNvSpPr/>
            <p:nvPr/>
          </p:nvSpPr>
          <p:spPr>
            <a:xfrm>
              <a:off x="640080" y="2275661"/>
              <a:ext cx="3286552"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725554" y="2349924"/>
            <a:ext cx="3112047" cy="1225399"/>
          </a:xfrm>
        </p:spPr>
        <p:txBody>
          <a:bodyPr bIns="0" anchor="b">
            <a:noAutofit/>
          </a:bodyPr>
          <a:lstStyle>
            <a:lvl1pPr algn="ctr">
              <a:defRPr sz="2800">
                <a:solidFill>
                  <a:srgbClr val="FFFEFF"/>
                </a:solidFill>
              </a:defRPr>
            </a:lvl1pPr>
          </a:lstStyle>
          <a:p>
            <a:r>
              <a:rPr lang="en-US"/>
              <a:t>Click to edit Master title style</a:t>
            </a:r>
            <a:endParaRPr lang="en-US" dirty="0"/>
          </a:p>
        </p:txBody>
      </p:sp>
      <p:sp>
        <p:nvSpPr>
          <p:cNvPr id="3" name="Content Placeholder 2"/>
          <p:cNvSpPr>
            <a:spLocks noGrp="1"/>
          </p:cNvSpPr>
          <p:nvPr>
            <p:ph idx="1"/>
          </p:nvPr>
        </p:nvSpPr>
        <p:spPr>
          <a:xfrm>
            <a:off x="4415686" y="801390"/>
            <a:ext cx="4095643" cy="5249495"/>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5554" y="3575324"/>
            <a:ext cx="3112047" cy="1239552"/>
          </a:xfrm>
        </p:spPr>
        <p:txBody>
          <a:bodyPr>
            <a:normAutofit/>
          </a:bodyPr>
          <a:lstStyle>
            <a:lvl1pPr marL="0" indent="0" algn="ctr">
              <a:buNone/>
              <a:defRPr sz="1400">
                <a:solidFill>
                  <a:srgbClr val="FFFEFF"/>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245864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429" name="Group 428"/>
          <p:cNvGrpSpPr/>
          <p:nvPr/>
        </p:nvGrpSpPr>
        <p:grpSpPr>
          <a:xfrm>
            <a:off x="0" y="0"/>
            <a:ext cx="9555163" cy="6853238"/>
            <a:chOff x="1524000" y="0"/>
            <a:chExt cx="9555163" cy="6853238"/>
          </a:xfrm>
        </p:grpSpPr>
        <p:sp>
          <p:nvSpPr>
            <p:cNvPr id="430" name="Freeform 6"/>
            <p:cNvSpPr/>
            <p:nvPr/>
          </p:nvSpPr>
          <p:spPr bwMode="auto">
            <a:xfrm>
              <a:off x="1524000" y="1331913"/>
              <a:ext cx="7837488" cy="5521325"/>
            </a:xfrm>
            <a:custGeom>
              <a:avLst/>
              <a:gdLst/>
              <a:ahLst/>
              <a:cxnLst/>
              <a:rect l="0" t="0" r="r" b="b"/>
              <a:pathLst>
                <a:path w="1648" h="1161">
                  <a:moveTo>
                    <a:pt x="1362" y="1161"/>
                  </a:moveTo>
                  <a:cubicBezTo>
                    <a:pt x="1648" y="920"/>
                    <a:pt x="1283" y="505"/>
                    <a:pt x="1097" y="326"/>
                  </a:cubicBezTo>
                  <a:cubicBezTo>
                    <a:pt x="926" y="162"/>
                    <a:pt x="709" y="35"/>
                    <a:pt x="470" y="14"/>
                  </a:cubicBezTo>
                  <a:cubicBezTo>
                    <a:pt x="315" y="0"/>
                    <a:pt x="142" y="49"/>
                    <a:pt x="0" y="138"/>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1" name="Freeform 7"/>
            <p:cNvSpPr/>
            <p:nvPr/>
          </p:nvSpPr>
          <p:spPr bwMode="auto">
            <a:xfrm>
              <a:off x="1524000" y="5564188"/>
              <a:ext cx="1412875" cy="1284288"/>
            </a:xfrm>
            <a:custGeom>
              <a:avLst/>
              <a:gdLst/>
              <a:ahLst/>
              <a:cxnLst/>
              <a:rect l="0" t="0" r="r" b="b"/>
              <a:pathLst>
                <a:path w="297" h="270">
                  <a:moveTo>
                    <a:pt x="0" y="0"/>
                  </a:moveTo>
                  <a:cubicBezTo>
                    <a:pt x="73" y="119"/>
                    <a:pt x="186" y="220"/>
                    <a:pt x="297" y="27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2" name="Freeform 8"/>
            <p:cNvSpPr/>
            <p:nvPr/>
          </p:nvSpPr>
          <p:spPr bwMode="auto">
            <a:xfrm>
              <a:off x="1524000" y="2030413"/>
              <a:ext cx="6510338" cy="4813300"/>
            </a:xfrm>
            <a:custGeom>
              <a:avLst/>
              <a:gdLst/>
              <a:ahLst/>
              <a:cxnLst/>
              <a:rect l="0" t="0" r="r" b="b"/>
              <a:pathLst>
                <a:path w="1369" h="1012">
                  <a:moveTo>
                    <a:pt x="845" y="1012"/>
                  </a:moveTo>
                  <a:cubicBezTo>
                    <a:pt x="1043" y="967"/>
                    <a:pt x="1369" y="853"/>
                    <a:pt x="1263" y="588"/>
                  </a:cubicBezTo>
                  <a:cubicBezTo>
                    <a:pt x="1164" y="340"/>
                    <a:pt x="861" y="107"/>
                    <a:pt x="602" y="49"/>
                  </a:cubicBezTo>
                  <a:cubicBezTo>
                    <a:pt x="383" y="0"/>
                    <a:pt x="135" y="97"/>
                    <a:pt x="0" y="28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3" name="Freeform 9"/>
            <p:cNvSpPr/>
            <p:nvPr/>
          </p:nvSpPr>
          <p:spPr bwMode="auto">
            <a:xfrm>
              <a:off x="1528763" y="6207125"/>
              <a:ext cx="717550" cy="646113"/>
            </a:xfrm>
            <a:custGeom>
              <a:avLst/>
              <a:gdLst/>
              <a:ahLst/>
              <a:cxnLst/>
              <a:rect l="0" t="0" r="r" b="b"/>
              <a:pathLst>
                <a:path w="151" h="136">
                  <a:moveTo>
                    <a:pt x="0" y="0"/>
                  </a:moveTo>
                  <a:cubicBezTo>
                    <a:pt x="45" y="52"/>
                    <a:pt x="97" y="99"/>
                    <a:pt x="151" y="13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4" name="Freeform 10"/>
            <p:cNvSpPr/>
            <p:nvPr/>
          </p:nvSpPr>
          <p:spPr bwMode="auto">
            <a:xfrm>
              <a:off x="1524000" y="1806575"/>
              <a:ext cx="6753225" cy="5046663"/>
            </a:xfrm>
            <a:custGeom>
              <a:avLst/>
              <a:gdLst/>
              <a:ahLst/>
              <a:cxnLst/>
              <a:rect l="0" t="0" r="r" b="b"/>
              <a:pathLst>
                <a:path w="1420" h="1061">
                  <a:moveTo>
                    <a:pt x="1034" y="1061"/>
                  </a:moveTo>
                  <a:cubicBezTo>
                    <a:pt x="1148" y="1019"/>
                    <a:pt x="1283" y="957"/>
                    <a:pt x="1345" y="845"/>
                  </a:cubicBezTo>
                  <a:cubicBezTo>
                    <a:pt x="1420" y="710"/>
                    <a:pt x="1338" y="570"/>
                    <a:pt x="1249" y="466"/>
                  </a:cubicBezTo>
                  <a:cubicBezTo>
                    <a:pt x="1068" y="253"/>
                    <a:pt x="816" y="57"/>
                    <a:pt x="530" y="23"/>
                  </a:cubicBezTo>
                  <a:cubicBezTo>
                    <a:pt x="336" y="0"/>
                    <a:pt x="140" y="87"/>
                    <a:pt x="0" y="22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5" name="Freeform 11"/>
            <p:cNvSpPr/>
            <p:nvPr/>
          </p:nvSpPr>
          <p:spPr bwMode="auto">
            <a:xfrm>
              <a:off x="1524000" y="669925"/>
              <a:ext cx="8797925" cy="6183313"/>
            </a:xfrm>
            <a:custGeom>
              <a:avLst/>
              <a:gdLst/>
              <a:ahLst/>
              <a:cxnLst/>
              <a:rect l="0" t="0" r="r" b="b"/>
              <a:pathLst>
                <a:path w="1850" h="1300">
                  <a:moveTo>
                    <a:pt x="1552" y="1300"/>
                  </a:moveTo>
                  <a:cubicBezTo>
                    <a:pt x="1850" y="1019"/>
                    <a:pt x="1504" y="652"/>
                    <a:pt x="1288" y="447"/>
                  </a:cubicBezTo>
                  <a:cubicBezTo>
                    <a:pt x="1085" y="255"/>
                    <a:pt x="838" y="90"/>
                    <a:pt x="559" y="37"/>
                  </a:cubicBezTo>
                  <a:cubicBezTo>
                    <a:pt x="364" y="0"/>
                    <a:pt x="171" y="40"/>
                    <a:pt x="0" y="131"/>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6" name="Freeform 12"/>
            <p:cNvSpPr/>
            <p:nvPr/>
          </p:nvSpPr>
          <p:spPr bwMode="auto">
            <a:xfrm>
              <a:off x="1524000" y="119063"/>
              <a:ext cx="9555163" cy="6734175"/>
            </a:xfrm>
            <a:custGeom>
              <a:avLst/>
              <a:gdLst/>
              <a:ahLst/>
              <a:cxnLst/>
              <a:rect l="0" t="0" r="r" b="b"/>
              <a:pathLst>
                <a:path w="2009" h="1416">
                  <a:moveTo>
                    <a:pt x="1725" y="1416"/>
                  </a:moveTo>
                  <a:cubicBezTo>
                    <a:pt x="2009" y="1117"/>
                    <a:pt x="1728" y="785"/>
                    <a:pt x="1492" y="565"/>
                  </a:cubicBezTo>
                  <a:cubicBezTo>
                    <a:pt x="1248" y="339"/>
                    <a:pt x="961" y="143"/>
                    <a:pt x="635" y="61"/>
                  </a:cubicBezTo>
                  <a:cubicBezTo>
                    <a:pt x="392" y="0"/>
                    <a:pt x="190" y="18"/>
                    <a:pt x="0" y="10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7" name="Freeform 13"/>
            <p:cNvSpPr/>
            <p:nvPr/>
          </p:nvSpPr>
          <p:spPr bwMode="auto">
            <a:xfrm>
              <a:off x="5419725" y="4763"/>
              <a:ext cx="5216525" cy="5368925"/>
            </a:xfrm>
            <a:custGeom>
              <a:avLst/>
              <a:gdLst/>
              <a:ahLst/>
              <a:cxnLst/>
              <a:rect l="0" t="0" r="r" b="b"/>
              <a:pathLst>
                <a:path w="1097" h="1129">
                  <a:moveTo>
                    <a:pt x="1097" y="1129"/>
                  </a:moveTo>
                  <a:cubicBezTo>
                    <a:pt x="1031" y="909"/>
                    <a:pt x="843" y="701"/>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38" name="Freeform 15"/>
            <p:cNvSpPr/>
            <p:nvPr/>
          </p:nvSpPr>
          <p:spPr bwMode="auto">
            <a:xfrm>
              <a:off x="5813425" y="4763"/>
              <a:ext cx="4832350" cy="4822825"/>
            </a:xfrm>
            <a:custGeom>
              <a:avLst/>
              <a:gdLst/>
              <a:ahLst/>
              <a:cxnLst/>
              <a:rect l="0" t="0" r="r" b="b"/>
              <a:pathLst>
                <a:path w="1016" h="1014">
                  <a:moveTo>
                    <a:pt x="1016" y="1014"/>
                  </a:moveTo>
                  <a:cubicBezTo>
                    <a:pt x="934" y="849"/>
                    <a:pt x="802" y="6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439" name="Freeform 16"/>
            <p:cNvSpPr/>
            <p:nvPr/>
          </p:nvSpPr>
          <p:spPr bwMode="auto">
            <a:xfrm>
              <a:off x="6003925" y="4763"/>
              <a:ext cx="4641850" cy="4598988"/>
            </a:xfrm>
            <a:custGeom>
              <a:avLst/>
              <a:gdLst/>
              <a:ahLst/>
              <a:cxnLst/>
              <a:rect l="0" t="0" r="r" b="b"/>
              <a:pathLst>
                <a:path w="976" h="967">
                  <a:moveTo>
                    <a:pt x="976" y="967"/>
                  </a:moveTo>
                  <a:cubicBezTo>
                    <a:pt x="894" y="822"/>
                    <a:pt x="779" y="689"/>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440" name="Freeform 17"/>
            <p:cNvSpPr/>
            <p:nvPr/>
          </p:nvSpPr>
          <p:spPr bwMode="auto">
            <a:xfrm>
              <a:off x="6203950" y="0"/>
              <a:ext cx="4441825" cy="4237038"/>
            </a:xfrm>
            <a:custGeom>
              <a:avLst/>
              <a:gdLst/>
              <a:ahLst/>
              <a:cxnLst/>
              <a:rect l="0" t="0" r="r" b="b"/>
              <a:pathLst>
                <a:path w="934" h="891">
                  <a:moveTo>
                    <a:pt x="934" y="891"/>
                  </a:moveTo>
                  <a:cubicBezTo>
                    <a:pt x="863" y="783"/>
                    <a:pt x="778" y="684"/>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41" name="Freeform 18"/>
            <p:cNvSpPr/>
            <p:nvPr/>
          </p:nvSpPr>
          <p:spPr bwMode="auto">
            <a:xfrm>
              <a:off x="6456363" y="4763"/>
              <a:ext cx="4179888" cy="3986213"/>
            </a:xfrm>
            <a:custGeom>
              <a:avLst/>
              <a:gdLst/>
              <a:ahLst/>
              <a:cxnLst/>
              <a:rect l="0" t="0" r="r" b="b"/>
              <a:pathLst>
                <a:path w="879" h="838">
                  <a:moveTo>
                    <a:pt x="879" y="838"/>
                  </a:moveTo>
                  <a:cubicBezTo>
                    <a:pt x="821" y="755"/>
                    <a:pt x="756" y="679"/>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42" name="Freeform 19"/>
            <p:cNvSpPr/>
            <p:nvPr/>
          </p:nvSpPr>
          <p:spPr bwMode="auto">
            <a:xfrm>
              <a:off x="6869113" y="4763"/>
              <a:ext cx="3776663" cy="3838575"/>
            </a:xfrm>
            <a:custGeom>
              <a:avLst/>
              <a:gdLst/>
              <a:ahLst/>
              <a:cxnLst/>
              <a:rect l="0" t="0" r="r" b="b"/>
              <a:pathLst>
                <a:path w="794" h="807">
                  <a:moveTo>
                    <a:pt x="794" y="807"/>
                  </a:moveTo>
                  <a:cubicBezTo>
                    <a:pt x="745" y="739"/>
                    <a:pt x="695" y="676"/>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43" name="Freeform 20"/>
            <p:cNvSpPr/>
            <p:nvPr/>
          </p:nvSpPr>
          <p:spPr bwMode="auto">
            <a:xfrm>
              <a:off x="8758238" y="4763"/>
              <a:ext cx="1887538" cy="1355725"/>
            </a:xfrm>
            <a:custGeom>
              <a:avLst/>
              <a:gdLst/>
              <a:ahLst/>
              <a:cxnLst/>
              <a:rect l="0" t="0" r="r" b="b"/>
              <a:pathLst>
                <a:path w="397" h="285">
                  <a:moveTo>
                    <a:pt x="397" y="285"/>
                  </a:moveTo>
                  <a:cubicBezTo>
                    <a:pt x="270" y="182"/>
                    <a:pt x="138" y="86"/>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44" name="Freeform 21"/>
            <p:cNvSpPr/>
            <p:nvPr/>
          </p:nvSpPr>
          <p:spPr bwMode="auto">
            <a:xfrm>
              <a:off x="9223375" y="9525"/>
              <a:ext cx="1422400" cy="1108075"/>
            </a:xfrm>
            <a:custGeom>
              <a:avLst/>
              <a:gdLst/>
              <a:ahLst/>
              <a:cxnLst/>
              <a:rect l="0" t="0" r="r" b="b"/>
              <a:pathLst>
                <a:path w="299" h="233">
                  <a:moveTo>
                    <a:pt x="299" y="233"/>
                  </a:moveTo>
                  <a:cubicBezTo>
                    <a:pt x="197" y="145"/>
                    <a:pt x="97" y="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445" name="Freeform 22"/>
            <p:cNvSpPr/>
            <p:nvPr/>
          </p:nvSpPr>
          <p:spPr bwMode="auto">
            <a:xfrm>
              <a:off x="10009188" y="4763"/>
              <a:ext cx="636588" cy="361950"/>
            </a:xfrm>
            <a:custGeom>
              <a:avLst/>
              <a:gdLst/>
              <a:ahLst/>
              <a:cxnLst/>
              <a:rect l="0" t="0" r="r" b="b"/>
              <a:pathLst>
                <a:path w="134" h="76">
                  <a:moveTo>
                    <a:pt x="0" y="0"/>
                  </a:moveTo>
                  <a:cubicBezTo>
                    <a:pt x="45" y="25"/>
                    <a:pt x="89" y="50"/>
                    <a:pt x="134" y="7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9" name="Group 8"/>
          <p:cNvGrpSpPr/>
          <p:nvPr/>
        </p:nvGrpSpPr>
        <p:grpSpPr>
          <a:xfrm>
            <a:off x="644463" y="1698332"/>
            <a:ext cx="4357752" cy="3470420"/>
            <a:chOff x="644463" y="1698332"/>
            <a:chExt cx="4357752" cy="3470420"/>
          </a:xfrm>
        </p:grpSpPr>
        <p:sp>
          <p:nvSpPr>
            <p:cNvPr id="77" name="Rectangle 76"/>
            <p:cNvSpPr/>
            <p:nvPr/>
          </p:nvSpPr>
          <p:spPr>
            <a:xfrm>
              <a:off x="644463" y="1698332"/>
              <a:ext cx="4357752"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9" name="Rectangle 78"/>
            <p:cNvSpPr/>
            <p:nvPr/>
          </p:nvSpPr>
          <p:spPr>
            <a:xfrm>
              <a:off x="644463" y="2274404"/>
              <a:ext cx="4357752"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27" name="Isosceles Triangle 9"/>
            <p:cNvSpPr/>
            <p:nvPr/>
          </p:nvSpPr>
          <p:spPr>
            <a:xfrm rot="10800000">
              <a:off x="2665346" y="4896349"/>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 name="Picture Placeholder 2"/>
          <p:cNvSpPr>
            <a:spLocks noGrp="1" noChangeAspect="1"/>
          </p:cNvSpPr>
          <p:nvPr>
            <p:ph type="pic" idx="1"/>
          </p:nvPr>
        </p:nvSpPr>
        <p:spPr>
          <a:xfrm>
            <a:off x="5654676" y="0"/>
            <a:ext cx="3489324" cy="6858000"/>
          </a:xfrm>
          <a:solidFill>
            <a:schemeClr val="bg1">
              <a:lumMod val="65000"/>
              <a:lumOff val="3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2" name="Title 1"/>
          <p:cNvSpPr>
            <a:spLocks noGrp="1"/>
          </p:cNvSpPr>
          <p:nvPr>
            <p:ph type="title"/>
          </p:nvPr>
        </p:nvSpPr>
        <p:spPr>
          <a:xfrm>
            <a:off x="723585" y="2336402"/>
            <a:ext cx="4197666" cy="1265539"/>
          </a:xfrm>
        </p:spPr>
        <p:txBody>
          <a:bodyPr bIns="0" anchor="b">
            <a:normAutofit/>
          </a:bodyPr>
          <a:lstStyle>
            <a:lvl1pPr>
              <a:defRPr sz="3200">
                <a:solidFill>
                  <a:srgbClr val="FFFE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722314" y="3601941"/>
            <a:ext cx="4199254" cy="1214535"/>
          </a:xfrm>
        </p:spPr>
        <p:txBody>
          <a:bodyPr>
            <a:normAutofit/>
          </a:bodyPr>
          <a:lstStyle>
            <a:lvl1pPr marL="0" indent="0" algn="ctr">
              <a:buNone/>
              <a:defRPr sz="1400">
                <a:solidFill>
                  <a:srgbClr val="FFFEFF"/>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640080" y="320040"/>
            <a:ext cx="2743200" cy="320040"/>
          </a:xfrm>
        </p:spPr>
        <p:txBody>
          <a:bodyPr/>
          <a:lstStyle/>
          <a:p>
            <a:fld id="{5BCAD085-E8A6-8845-BD4E-CB4CCA059FC4}" type="datetimeFigureOut">
              <a:rPr lang="en-US" smtClean="0"/>
              <a:t>3/2/2026</a:t>
            </a:fld>
            <a:endParaRPr lang="en-US"/>
          </a:p>
        </p:txBody>
      </p:sp>
      <p:sp>
        <p:nvSpPr>
          <p:cNvPr id="6" name="Footer Placeholder 5"/>
          <p:cNvSpPr>
            <a:spLocks noGrp="1"/>
          </p:cNvSpPr>
          <p:nvPr>
            <p:ph type="ftr" sz="quarter" idx="11"/>
          </p:nvPr>
        </p:nvSpPr>
        <p:spPr>
          <a:xfrm>
            <a:off x="640080" y="6227064"/>
            <a:ext cx="4358641" cy="320040"/>
          </a:xfrm>
        </p:spPr>
        <p:txBody>
          <a:bodyPr/>
          <a:lstStyle/>
          <a:p>
            <a:endParaRPr lang="en-US"/>
          </a:p>
        </p:txBody>
      </p:sp>
      <p:sp>
        <p:nvSpPr>
          <p:cNvPr id="7" name="Slide Number Placeholder 6"/>
          <p:cNvSpPr>
            <a:spLocks noGrp="1"/>
          </p:cNvSpPr>
          <p:nvPr>
            <p:ph type="sldNum" sz="quarter" idx="12"/>
          </p:nvPr>
        </p:nvSpPr>
        <p:spPr>
          <a:xfrm>
            <a:off x="4315463" y="320040"/>
            <a:ext cx="685800" cy="32004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312649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85" name="Group 84"/>
          <p:cNvGrpSpPr/>
          <p:nvPr/>
        </p:nvGrpSpPr>
        <p:grpSpPr>
          <a:xfrm>
            <a:off x="-286226" y="0"/>
            <a:ext cx="9421759" cy="6858001"/>
            <a:chOff x="1243013" y="0"/>
            <a:chExt cx="9402763" cy="6858001"/>
          </a:xfrm>
        </p:grpSpPr>
        <p:sp>
          <p:nvSpPr>
            <p:cNvPr id="86" name="Freeform 5"/>
            <p:cNvSpPr/>
            <p:nvPr/>
          </p:nvSpPr>
          <p:spPr bwMode="auto">
            <a:xfrm>
              <a:off x="2289175" y="0"/>
              <a:ext cx="3867150" cy="6848475"/>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7" name="Freeform 6"/>
            <p:cNvSpPr/>
            <p:nvPr/>
          </p:nvSpPr>
          <p:spPr bwMode="auto">
            <a:xfrm>
              <a:off x="9604375" y="9525"/>
              <a:ext cx="1041400" cy="328613"/>
            </a:xfrm>
            <a:custGeom>
              <a:avLst/>
              <a:gdLst/>
              <a:ahLst/>
              <a:cxnLst/>
              <a:rect l="0" t="0" r="r" b="b"/>
              <a:pathLst>
                <a:path w="219" h="69">
                  <a:moveTo>
                    <a:pt x="219" y="69"/>
                  </a:moveTo>
                  <a:cubicBezTo>
                    <a:pt x="147" y="41"/>
                    <a:pt x="71" y="1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8" name="Freeform 7"/>
            <p:cNvSpPr/>
            <p:nvPr/>
          </p:nvSpPr>
          <p:spPr bwMode="auto">
            <a:xfrm>
              <a:off x="9223375" y="5578475"/>
              <a:ext cx="1422400" cy="1270000"/>
            </a:xfrm>
            <a:custGeom>
              <a:avLst/>
              <a:gdLst/>
              <a:ahLst/>
              <a:cxnLst/>
              <a:rect l="0" t="0" r="r" b="b"/>
              <a:pathLst>
                <a:path w="299" h="267">
                  <a:moveTo>
                    <a:pt x="0" y="267"/>
                  </a:moveTo>
                  <a:cubicBezTo>
                    <a:pt x="105" y="186"/>
                    <a:pt x="206" y="96"/>
                    <a:pt x="299"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89" name="Freeform 8"/>
            <p:cNvSpPr/>
            <p:nvPr/>
          </p:nvSpPr>
          <p:spPr bwMode="auto">
            <a:xfrm>
              <a:off x="2103438" y="0"/>
              <a:ext cx="3681413" cy="6848475"/>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0" name="Freeform 9"/>
            <p:cNvSpPr/>
            <p:nvPr/>
          </p:nvSpPr>
          <p:spPr bwMode="auto">
            <a:xfrm>
              <a:off x="10179050" y="9525"/>
              <a:ext cx="466725" cy="157163"/>
            </a:xfrm>
            <a:custGeom>
              <a:avLst/>
              <a:gdLst/>
              <a:ahLst/>
              <a:cxnLst/>
              <a:rect l="0" t="0" r="r" b="b"/>
              <a:pathLst>
                <a:path w="98" h="33">
                  <a:moveTo>
                    <a:pt x="98" y="33"/>
                  </a:moveTo>
                  <a:cubicBezTo>
                    <a:pt x="65" y="21"/>
                    <a:pt x="33" y="10"/>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1" name="Freeform 10"/>
            <p:cNvSpPr/>
            <p:nvPr/>
          </p:nvSpPr>
          <p:spPr bwMode="auto">
            <a:xfrm>
              <a:off x="9471025" y="5811838"/>
              <a:ext cx="1174750" cy="1046163"/>
            </a:xfrm>
            <a:custGeom>
              <a:avLst/>
              <a:gdLst/>
              <a:ahLst/>
              <a:cxnLst/>
              <a:rect l="0" t="0" r="r" b="b"/>
              <a:pathLst>
                <a:path w="247" h="220">
                  <a:moveTo>
                    <a:pt x="0" y="220"/>
                  </a:moveTo>
                  <a:cubicBezTo>
                    <a:pt x="86" y="152"/>
                    <a:pt x="169" y="78"/>
                    <a:pt x="247"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92" name="Freeform 11"/>
            <p:cNvSpPr/>
            <p:nvPr/>
          </p:nvSpPr>
          <p:spPr bwMode="auto">
            <a:xfrm>
              <a:off x="1985963" y="0"/>
              <a:ext cx="3622675" cy="6848475"/>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3" name="Freeform 12"/>
            <p:cNvSpPr/>
            <p:nvPr/>
          </p:nvSpPr>
          <p:spPr bwMode="auto">
            <a:xfrm>
              <a:off x="10479088" y="9525"/>
              <a:ext cx="166688" cy="57150"/>
            </a:xfrm>
            <a:custGeom>
              <a:avLst/>
              <a:gdLst/>
              <a:ahLst/>
              <a:cxnLst/>
              <a:rect l="0" t="0" r="r" b="b"/>
              <a:pathLst>
                <a:path w="35" h="12">
                  <a:moveTo>
                    <a:pt x="35" y="12"/>
                  </a:moveTo>
                  <a:cubicBezTo>
                    <a:pt x="23" y="8"/>
                    <a:pt x="12" y="4"/>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4" name="Freeform 13"/>
            <p:cNvSpPr/>
            <p:nvPr/>
          </p:nvSpPr>
          <p:spPr bwMode="auto">
            <a:xfrm>
              <a:off x="9618663" y="5940425"/>
              <a:ext cx="1027113" cy="908050"/>
            </a:xfrm>
            <a:custGeom>
              <a:avLst/>
              <a:gdLst/>
              <a:ahLst/>
              <a:cxnLst/>
              <a:rect l="0" t="0" r="r" b="b"/>
              <a:pathLst>
                <a:path w="216" h="191">
                  <a:moveTo>
                    <a:pt x="0" y="191"/>
                  </a:moveTo>
                  <a:cubicBezTo>
                    <a:pt x="75" y="131"/>
                    <a:pt x="147" y="67"/>
                    <a:pt x="216"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5" name="Freeform 14"/>
            <p:cNvSpPr/>
            <p:nvPr/>
          </p:nvSpPr>
          <p:spPr bwMode="auto">
            <a:xfrm>
              <a:off x="1985963" y="0"/>
              <a:ext cx="3248025" cy="6848475"/>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6" name="Freeform 15"/>
            <p:cNvSpPr/>
            <p:nvPr/>
          </p:nvSpPr>
          <p:spPr bwMode="auto">
            <a:xfrm>
              <a:off x="9780588" y="6054725"/>
              <a:ext cx="865188" cy="793750"/>
            </a:xfrm>
            <a:custGeom>
              <a:avLst/>
              <a:gdLst/>
              <a:ahLst/>
              <a:cxnLst/>
              <a:rect l="0" t="0" r="r" b="b"/>
              <a:pathLst>
                <a:path w="182" h="167">
                  <a:moveTo>
                    <a:pt x="0" y="167"/>
                  </a:moveTo>
                  <a:cubicBezTo>
                    <a:pt x="63" y="114"/>
                    <a:pt x="123" y="58"/>
                    <a:pt x="182"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7" name="Freeform 16"/>
            <p:cNvSpPr/>
            <p:nvPr/>
          </p:nvSpPr>
          <p:spPr bwMode="auto">
            <a:xfrm>
              <a:off x="1871663" y="0"/>
              <a:ext cx="3233738" cy="6848475"/>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8" name="Freeform 17"/>
            <p:cNvSpPr/>
            <p:nvPr/>
          </p:nvSpPr>
          <p:spPr bwMode="auto">
            <a:xfrm>
              <a:off x="9956800" y="6216650"/>
              <a:ext cx="688975" cy="631825"/>
            </a:xfrm>
            <a:custGeom>
              <a:avLst/>
              <a:gdLst/>
              <a:ahLst/>
              <a:cxnLst/>
              <a:rect l="0" t="0" r="r" b="b"/>
              <a:pathLst>
                <a:path w="145" h="133">
                  <a:moveTo>
                    <a:pt x="0" y="133"/>
                  </a:moveTo>
                  <a:cubicBezTo>
                    <a:pt x="50" y="90"/>
                    <a:pt x="98" y="46"/>
                    <a:pt x="14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99" name="Freeform 18"/>
            <p:cNvSpPr/>
            <p:nvPr/>
          </p:nvSpPr>
          <p:spPr bwMode="auto">
            <a:xfrm>
              <a:off x="1466850" y="0"/>
              <a:ext cx="3424238" cy="6848475"/>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0" name="Freeform 19"/>
            <p:cNvSpPr/>
            <p:nvPr/>
          </p:nvSpPr>
          <p:spPr bwMode="auto">
            <a:xfrm>
              <a:off x="10264775" y="6519863"/>
              <a:ext cx="381000" cy="328613"/>
            </a:xfrm>
            <a:custGeom>
              <a:avLst/>
              <a:gdLst/>
              <a:ahLst/>
              <a:cxnLst/>
              <a:rect l="0" t="0" r="r" b="b"/>
              <a:pathLst>
                <a:path w="80" h="69">
                  <a:moveTo>
                    <a:pt x="0" y="69"/>
                  </a:moveTo>
                  <a:cubicBezTo>
                    <a:pt x="27" y="47"/>
                    <a:pt x="53" y="24"/>
                    <a:pt x="8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1" name="Freeform 20"/>
            <p:cNvSpPr/>
            <p:nvPr/>
          </p:nvSpPr>
          <p:spPr bwMode="auto">
            <a:xfrm>
              <a:off x="1581150" y="0"/>
              <a:ext cx="2720975" cy="6848475"/>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102" name="Freeform 21"/>
            <p:cNvSpPr/>
            <p:nvPr/>
          </p:nvSpPr>
          <p:spPr bwMode="auto">
            <a:xfrm>
              <a:off x="1243013" y="0"/>
              <a:ext cx="2949575" cy="6848475"/>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103" name="Freeform 22"/>
            <p:cNvSpPr/>
            <p:nvPr/>
          </p:nvSpPr>
          <p:spPr bwMode="auto">
            <a:xfrm>
              <a:off x="1524000" y="0"/>
              <a:ext cx="1446213" cy="2030413"/>
            </a:xfrm>
            <a:custGeom>
              <a:avLst/>
              <a:gdLst/>
              <a:ahLst/>
              <a:cxnLst/>
              <a:rect l="0" t="0" r="r" b="b"/>
              <a:pathLst>
                <a:path w="304" h="427">
                  <a:moveTo>
                    <a:pt x="304" y="0"/>
                  </a:moveTo>
                  <a:cubicBezTo>
                    <a:pt x="170" y="120"/>
                    <a:pt x="69" y="267"/>
                    <a:pt x="0" y="42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4" name="Freeform 23"/>
            <p:cNvSpPr/>
            <p:nvPr/>
          </p:nvSpPr>
          <p:spPr bwMode="auto">
            <a:xfrm>
              <a:off x="1524000" y="9525"/>
              <a:ext cx="1246188" cy="1641475"/>
            </a:xfrm>
            <a:custGeom>
              <a:avLst/>
              <a:gdLst/>
              <a:ahLst/>
              <a:cxnLst/>
              <a:rect l="0" t="0" r="r" b="b"/>
              <a:pathLst>
                <a:path w="262" h="345">
                  <a:moveTo>
                    <a:pt x="262" y="0"/>
                  </a:moveTo>
                  <a:cubicBezTo>
                    <a:pt x="152" y="102"/>
                    <a:pt x="65" y="217"/>
                    <a:pt x="0" y="34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105" name="Freeform 24"/>
            <p:cNvSpPr/>
            <p:nvPr/>
          </p:nvSpPr>
          <p:spPr bwMode="auto">
            <a:xfrm>
              <a:off x="1524000" y="0"/>
              <a:ext cx="1036638" cy="1212850"/>
            </a:xfrm>
            <a:custGeom>
              <a:avLst/>
              <a:gdLst/>
              <a:ahLst/>
              <a:cxnLst/>
              <a:rect l="0" t="0" r="r" b="b"/>
              <a:pathLst>
                <a:path w="218" h="255">
                  <a:moveTo>
                    <a:pt x="218" y="0"/>
                  </a:moveTo>
                  <a:cubicBezTo>
                    <a:pt x="137" y="77"/>
                    <a:pt x="62" y="162"/>
                    <a:pt x="0" y="25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32" name="Group 31"/>
          <p:cNvGrpSpPr/>
          <p:nvPr/>
        </p:nvGrpSpPr>
        <p:grpSpPr>
          <a:xfrm>
            <a:off x="640080" y="1699589"/>
            <a:ext cx="3286552" cy="3470421"/>
            <a:chOff x="640080" y="1699589"/>
            <a:chExt cx="3286552" cy="3470421"/>
          </a:xfrm>
        </p:grpSpPr>
        <p:sp>
          <p:nvSpPr>
            <p:cNvPr id="42" name="Rectangle 41"/>
            <p:cNvSpPr/>
            <p:nvPr/>
          </p:nvSpPr>
          <p:spPr>
            <a:xfrm>
              <a:off x="644453" y="1699589"/>
              <a:ext cx="327780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3" name="Isosceles Triangle 22"/>
            <p:cNvSpPr/>
            <p:nvPr/>
          </p:nvSpPr>
          <p:spPr>
            <a:xfrm rot="10800000">
              <a:off x="2125363" y="4897607"/>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4" name="Rectangle 43"/>
            <p:cNvSpPr/>
            <p:nvPr/>
          </p:nvSpPr>
          <p:spPr>
            <a:xfrm>
              <a:off x="640080" y="2275661"/>
              <a:ext cx="3286552"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723786" y="2349926"/>
            <a:ext cx="3113815" cy="2472774"/>
          </a:xfrm>
        </p:spPr>
        <p:txBody>
          <a:bodyPr/>
          <a:lstStyle>
            <a:lvl1pPr>
              <a:defRPr>
                <a:solidFill>
                  <a:srgbClr val="FFFE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4415686" y="794719"/>
            <a:ext cx="4095643" cy="52570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3/2/2026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915314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51" name="Group 50"/>
          <p:cNvGrpSpPr/>
          <p:nvPr/>
        </p:nvGrpSpPr>
        <p:grpSpPr>
          <a:xfrm flipH="1">
            <a:off x="0" y="0"/>
            <a:ext cx="9421759" cy="6858001"/>
            <a:chOff x="1243013" y="0"/>
            <a:chExt cx="9402763" cy="6858001"/>
          </a:xfrm>
        </p:grpSpPr>
        <p:sp>
          <p:nvSpPr>
            <p:cNvPr id="52" name="Freeform 5"/>
            <p:cNvSpPr/>
            <p:nvPr/>
          </p:nvSpPr>
          <p:spPr bwMode="auto">
            <a:xfrm>
              <a:off x="2289175" y="0"/>
              <a:ext cx="3867150" cy="6848475"/>
            </a:xfrm>
            <a:custGeom>
              <a:avLst/>
              <a:gdLst/>
              <a:ahLst/>
              <a:cxnLst/>
              <a:rect l="0" t="0" r="r" b="b"/>
              <a:pathLst>
                <a:path w="813" h="1440">
                  <a:moveTo>
                    <a:pt x="813" y="0"/>
                  </a:moveTo>
                  <a:cubicBezTo>
                    <a:pt x="331" y="221"/>
                    <a:pt x="0" y="1039"/>
                    <a:pt x="43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3" name="Freeform 6"/>
            <p:cNvSpPr/>
            <p:nvPr/>
          </p:nvSpPr>
          <p:spPr bwMode="auto">
            <a:xfrm>
              <a:off x="9604375" y="9525"/>
              <a:ext cx="1041400" cy="328613"/>
            </a:xfrm>
            <a:custGeom>
              <a:avLst/>
              <a:gdLst/>
              <a:ahLst/>
              <a:cxnLst/>
              <a:rect l="0" t="0" r="r" b="b"/>
              <a:pathLst>
                <a:path w="219" h="69">
                  <a:moveTo>
                    <a:pt x="219" y="69"/>
                  </a:moveTo>
                  <a:cubicBezTo>
                    <a:pt x="147" y="41"/>
                    <a:pt x="71" y="1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4" name="Freeform 7"/>
            <p:cNvSpPr/>
            <p:nvPr/>
          </p:nvSpPr>
          <p:spPr bwMode="auto">
            <a:xfrm>
              <a:off x="9223375" y="5578475"/>
              <a:ext cx="1422400" cy="1270000"/>
            </a:xfrm>
            <a:custGeom>
              <a:avLst/>
              <a:gdLst/>
              <a:ahLst/>
              <a:cxnLst/>
              <a:rect l="0" t="0" r="r" b="b"/>
              <a:pathLst>
                <a:path w="299" h="267">
                  <a:moveTo>
                    <a:pt x="0" y="267"/>
                  </a:moveTo>
                  <a:cubicBezTo>
                    <a:pt x="105" y="186"/>
                    <a:pt x="206" y="96"/>
                    <a:pt x="299"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5" name="Freeform 8"/>
            <p:cNvSpPr/>
            <p:nvPr/>
          </p:nvSpPr>
          <p:spPr bwMode="auto">
            <a:xfrm>
              <a:off x="2103438" y="0"/>
              <a:ext cx="3681413" cy="6848475"/>
            </a:xfrm>
            <a:custGeom>
              <a:avLst/>
              <a:gdLst/>
              <a:ahLst/>
              <a:cxnLst/>
              <a:rect l="0" t="0" r="r" b="b"/>
              <a:pathLst>
                <a:path w="774" h="1440">
                  <a:moveTo>
                    <a:pt x="774" y="0"/>
                  </a:moveTo>
                  <a:cubicBezTo>
                    <a:pt x="312" y="240"/>
                    <a:pt x="0" y="1034"/>
                    <a:pt x="411" y="144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56" name="Freeform 9"/>
            <p:cNvSpPr/>
            <p:nvPr/>
          </p:nvSpPr>
          <p:spPr bwMode="auto">
            <a:xfrm>
              <a:off x="10179050" y="9525"/>
              <a:ext cx="466725" cy="157163"/>
            </a:xfrm>
            <a:custGeom>
              <a:avLst/>
              <a:gdLst/>
              <a:ahLst/>
              <a:cxnLst/>
              <a:rect l="0" t="0" r="r" b="b"/>
              <a:pathLst>
                <a:path w="98" h="33">
                  <a:moveTo>
                    <a:pt x="98" y="33"/>
                  </a:moveTo>
                  <a:cubicBezTo>
                    <a:pt x="65" y="21"/>
                    <a:pt x="33" y="10"/>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57" name="Freeform 10"/>
            <p:cNvSpPr/>
            <p:nvPr/>
          </p:nvSpPr>
          <p:spPr bwMode="auto">
            <a:xfrm>
              <a:off x="9471025" y="5811838"/>
              <a:ext cx="1174750" cy="1046163"/>
            </a:xfrm>
            <a:custGeom>
              <a:avLst/>
              <a:gdLst/>
              <a:ahLst/>
              <a:cxnLst/>
              <a:rect l="0" t="0" r="r" b="b"/>
              <a:pathLst>
                <a:path w="247" h="220">
                  <a:moveTo>
                    <a:pt x="0" y="220"/>
                  </a:moveTo>
                  <a:cubicBezTo>
                    <a:pt x="86" y="152"/>
                    <a:pt x="169" y="78"/>
                    <a:pt x="247"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sp>
        <p:sp>
          <p:nvSpPr>
            <p:cNvPr id="58" name="Freeform 11"/>
            <p:cNvSpPr/>
            <p:nvPr/>
          </p:nvSpPr>
          <p:spPr bwMode="auto">
            <a:xfrm>
              <a:off x="1985963" y="0"/>
              <a:ext cx="3622675" cy="6848475"/>
            </a:xfrm>
            <a:custGeom>
              <a:avLst/>
              <a:gdLst/>
              <a:ahLst/>
              <a:cxnLst/>
              <a:rect l="0" t="0" r="r" b="b"/>
              <a:pathLst>
                <a:path w="762" h="1440">
                  <a:moveTo>
                    <a:pt x="762" y="0"/>
                  </a:moveTo>
                  <a:cubicBezTo>
                    <a:pt x="308" y="245"/>
                    <a:pt x="0" y="1033"/>
                    <a:pt x="403"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59" name="Freeform 12"/>
            <p:cNvSpPr/>
            <p:nvPr/>
          </p:nvSpPr>
          <p:spPr bwMode="auto">
            <a:xfrm>
              <a:off x="10479088" y="9525"/>
              <a:ext cx="166688" cy="57150"/>
            </a:xfrm>
            <a:custGeom>
              <a:avLst/>
              <a:gdLst/>
              <a:ahLst/>
              <a:cxnLst/>
              <a:rect l="0" t="0" r="r" b="b"/>
              <a:pathLst>
                <a:path w="35" h="12">
                  <a:moveTo>
                    <a:pt x="35" y="12"/>
                  </a:moveTo>
                  <a:cubicBezTo>
                    <a:pt x="23" y="8"/>
                    <a:pt x="12" y="4"/>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0" name="Freeform 13"/>
            <p:cNvSpPr/>
            <p:nvPr/>
          </p:nvSpPr>
          <p:spPr bwMode="auto">
            <a:xfrm>
              <a:off x="9618663" y="5940425"/>
              <a:ext cx="1027113" cy="908050"/>
            </a:xfrm>
            <a:custGeom>
              <a:avLst/>
              <a:gdLst/>
              <a:ahLst/>
              <a:cxnLst/>
              <a:rect l="0" t="0" r="r" b="b"/>
              <a:pathLst>
                <a:path w="216" h="191">
                  <a:moveTo>
                    <a:pt x="0" y="191"/>
                  </a:moveTo>
                  <a:cubicBezTo>
                    <a:pt x="75" y="131"/>
                    <a:pt x="147" y="67"/>
                    <a:pt x="216"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1" name="Freeform 14"/>
            <p:cNvSpPr/>
            <p:nvPr/>
          </p:nvSpPr>
          <p:spPr bwMode="auto">
            <a:xfrm>
              <a:off x="1985963" y="0"/>
              <a:ext cx="3248025" cy="6848475"/>
            </a:xfrm>
            <a:custGeom>
              <a:avLst/>
              <a:gdLst/>
              <a:ahLst/>
              <a:cxnLst/>
              <a:rect l="0" t="0" r="r" b="b"/>
              <a:pathLst>
                <a:path w="683" h="1440">
                  <a:moveTo>
                    <a:pt x="683" y="0"/>
                  </a:moveTo>
                  <a:cubicBezTo>
                    <a:pt x="258" y="256"/>
                    <a:pt x="0" y="1041"/>
                    <a:pt x="355"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2" name="Freeform 15"/>
            <p:cNvSpPr/>
            <p:nvPr/>
          </p:nvSpPr>
          <p:spPr bwMode="auto">
            <a:xfrm>
              <a:off x="9780588" y="6054725"/>
              <a:ext cx="865188" cy="793750"/>
            </a:xfrm>
            <a:custGeom>
              <a:avLst/>
              <a:gdLst/>
              <a:ahLst/>
              <a:cxnLst/>
              <a:rect l="0" t="0" r="r" b="b"/>
              <a:pathLst>
                <a:path w="182" h="167">
                  <a:moveTo>
                    <a:pt x="0" y="167"/>
                  </a:moveTo>
                  <a:cubicBezTo>
                    <a:pt x="63" y="114"/>
                    <a:pt x="123" y="58"/>
                    <a:pt x="182"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3" name="Freeform 16"/>
            <p:cNvSpPr/>
            <p:nvPr/>
          </p:nvSpPr>
          <p:spPr bwMode="auto">
            <a:xfrm>
              <a:off x="1871663" y="0"/>
              <a:ext cx="3233738" cy="6848475"/>
            </a:xfrm>
            <a:custGeom>
              <a:avLst/>
              <a:gdLst/>
              <a:ahLst/>
              <a:cxnLst/>
              <a:rect l="0" t="0" r="r" b="b"/>
              <a:pathLst>
                <a:path w="680" h="1440">
                  <a:moveTo>
                    <a:pt x="680" y="0"/>
                  </a:moveTo>
                  <a:cubicBezTo>
                    <a:pt x="257" y="265"/>
                    <a:pt x="0" y="1026"/>
                    <a:pt x="337"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4" name="Freeform 17"/>
            <p:cNvSpPr/>
            <p:nvPr/>
          </p:nvSpPr>
          <p:spPr bwMode="auto">
            <a:xfrm>
              <a:off x="9956800" y="6216650"/>
              <a:ext cx="688975" cy="631825"/>
            </a:xfrm>
            <a:custGeom>
              <a:avLst/>
              <a:gdLst/>
              <a:ahLst/>
              <a:cxnLst/>
              <a:rect l="0" t="0" r="r" b="b"/>
              <a:pathLst>
                <a:path w="145" h="133">
                  <a:moveTo>
                    <a:pt x="0" y="133"/>
                  </a:moveTo>
                  <a:cubicBezTo>
                    <a:pt x="50" y="90"/>
                    <a:pt x="98" y="46"/>
                    <a:pt x="145"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5" name="Freeform 18"/>
            <p:cNvSpPr/>
            <p:nvPr/>
          </p:nvSpPr>
          <p:spPr bwMode="auto">
            <a:xfrm>
              <a:off x="1466850" y="0"/>
              <a:ext cx="3424238" cy="6848475"/>
            </a:xfrm>
            <a:custGeom>
              <a:avLst/>
              <a:gdLst/>
              <a:ahLst/>
              <a:cxnLst/>
              <a:rect l="0" t="0" r="r" b="b"/>
              <a:pathLst>
                <a:path w="720" h="1440">
                  <a:moveTo>
                    <a:pt x="720" y="0"/>
                  </a:moveTo>
                  <a:cubicBezTo>
                    <a:pt x="316" y="282"/>
                    <a:pt x="0" y="1018"/>
                    <a:pt x="362" y="144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6" name="Freeform 19"/>
            <p:cNvSpPr/>
            <p:nvPr/>
          </p:nvSpPr>
          <p:spPr bwMode="auto">
            <a:xfrm>
              <a:off x="10264775" y="6519863"/>
              <a:ext cx="381000" cy="328613"/>
            </a:xfrm>
            <a:custGeom>
              <a:avLst/>
              <a:gdLst/>
              <a:ahLst/>
              <a:cxnLst/>
              <a:rect l="0" t="0" r="r" b="b"/>
              <a:pathLst>
                <a:path w="80" h="69">
                  <a:moveTo>
                    <a:pt x="0" y="69"/>
                  </a:moveTo>
                  <a:cubicBezTo>
                    <a:pt x="27" y="47"/>
                    <a:pt x="53" y="24"/>
                    <a:pt x="8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67" name="Freeform 20"/>
            <p:cNvSpPr/>
            <p:nvPr/>
          </p:nvSpPr>
          <p:spPr bwMode="auto">
            <a:xfrm>
              <a:off x="1581150" y="0"/>
              <a:ext cx="2720975" cy="6848475"/>
            </a:xfrm>
            <a:custGeom>
              <a:avLst/>
              <a:gdLst/>
              <a:ahLst/>
              <a:cxnLst/>
              <a:rect l="0" t="0" r="r" b="b"/>
              <a:pathLst>
                <a:path w="572" h="1440">
                  <a:moveTo>
                    <a:pt x="572" y="0"/>
                  </a:moveTo>
                  <a:cubicBezTo>
                    <a:pt x="213" y="320"/>
                    <a:pt x="0" y="979"/>
                    <a:pt x="164" y="144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sp>
        <p:sp>
          <p:nvSpPr>
            <p:cNvPr id="68" name="Freeform 21"/>
            <p:cNvSpPr/>
            <p:nvPr/>
          </p:nvSpPr>
          <p:spPr bwMode="auto">
            <a:xfrm>
              <a:off x="1243013" y="0"/>
              <a:ext cx="2949575" cy="6848475"/>
            </a:xfrm>
            <a:custGeom>
              <a:avLst/>
              <a:gdLst/>
              <a:ahLst/>
              <a:cxnLst/>
              <a:rect l="0" t="0" r="r" b="b"/>
              <a:pathLst>
                <a:path w="620" h="1440">
                  <a:moveTo>
                    <a:pt x="620" y="0"/>
                  </a:moveTo>
                  <a:cubicBezTo>
                    <a:pt x="248" y="325"/>
                    <a:pt x="0" y="960"/>
                    <a:pt x="186" y="1440"/>
                  </a:cubicBezTo>
                </a:path>
              </a:pathLst>
            </a:custGeom>
            <a:noFill/>
            <a:ln w="9525" cap="flat">
              <a:solidFill>
                <a:schemeClr val="tx1">
                  <a:alpha val="20000"/>
                </a:schemeClr>
              </a:solidFill>
              <a:prstDash val="lgDash"/>
              <a:miter lim="800000"/>
              <a:headEnd/>
              <a:tailEnd/>
            </a:ln>
            <a:extLst>
              <a:ext uri="{909E8E84-426E-40DD-AFC4-6F175D3DCCD1}">
                <a14:hiddenFill xmlns:a14="http://schemas.microsoft.com/office/drawing/2010/main">
                  <a:solidFill>
                    <a:srgbClr val="FFFFFF"/>
                  </a:solidFill>
                </a14:hiddenFill>
              </a:ext>
            </a:extLst>
          </p:spPr>
        </p:sp>
        <p:sp>
          <p:nvSpPr>
            <p:cNvPr id="69" name="Freeform 22"/>
            <p:cNvSpPr/>
            <p:nvPr/>
          </p:nvSpPr>
          <p:spPr bwMode="auto">
            <a:xfrm>
              <a:off x="1524000" y="0"/>
              <a:ext cx="1446213" cy="2030413"/>
            </a:xfrm>
            <a:custGeom>
              <a:avLst/>
              <a:gdLst/>
              <a:ahLst/>
              <a:cxnLst/>
              <a:rect l="0" t="0" r="r" b="b"/>
              <a:pathLst>
                <a:path w="304" h="427">
                  <a:moveTo>
                    <a:pt x="304" y="0"/>
                  </a:moveTo>
                  <a:cubicBezTo>
                    <a:pt x="170" y="120"/>
                    <a:pt x="69" y="267"/>
                    <a:pt x="0" y="42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0" name="Freeform 23"/>
            <p:cNvSpPr/>
            <p:nvPr/>
          </p:nvSpPr>
          <p:spPr bwMode="auto">
            <a:xfrm>
              <a:off x="1524000" y="9525"/>
              <a:ext cx="1246188" cy="1641475"/>
            </a:xfrm>
            <a:custGeom>
              <a:avLst/>
              <a:gdLst/>
              <a:ahLst/>
              <a:cxnLst/>
              <a:rect l="0" t="0" r="r" b="b"/>
              <a:pathLst>
                <a:path w="262" h="345">
                  <a:moveTo>
                    <a:pt x="262" y="0"/>
                  </a:moveTo>
                  <a:cubicBezTo>
                    <a:pt x="152" y="102"/>
                    <a:pt x="65" y="217"/>
                    <a:pt x="0" y="34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sp>
          <p:nvSpPr>
            <p:cNvPr id="71" name="Freeform 24"/>
            <p:cNvSpPr/>
            <p:nvPr/>
          </p:nvSpPr>
          <p:spPr bwMode="auto">
            <a:xfrm>
              <a:off x="1524000" y="0"/>
              <a:ext cx="1036638" cy="1212850"/>
            </a:xfrm>
            <a:custGeom>
              <a:avLst/>
              <a:gdLst/>
              <a:ahLst/>
              <a:cxnLst/>
              <a:rect l="0" t="0" r="r" b="b"/>
              <a:pathLst>
                <a:path w="218" h="255">
                  <a:moveTo>
                    <a:pt x="218" y="0"/>
                  </a:moveTo>
                  <a:cubicBezTo>
                    <a:pt x="137" y="77"/>
                    <a:pt x="62" y="162"/>
                    <a:pt x="0" y="25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sp>
      </p:grpSp>
      <p:grpSp>
        <p:nvGrpSpPr>
          <p:cNvPr id="85" name="Group 84"/>
          <p:cNvGrpSpPr/>
          <p:nvPr/>
        </p:nvGrpSpPr>
        <p:grpSpPr>
          <a:xfrm>
            <a:off x="5228134" y="1699589"/>
            <a:ext cx="3286552" cy="3470421"/>
            <a:chOff x="640080" y="1699589"/>
            <a:chExt cx="3286552" cy="3470421"/>
          </a:xfrm>
        </p:grpSpPr>
        <p:sp>
          <p:nvSpPr>
            <p:cNvPr id="86" name="Rectangle 85"/>
            <p:cNvSpPr/>
            <p:nvPr/>
          </p:nvSpPr>
          <p:spPr>
            <a:xfrm>
              <a:off x="644453" y="1699589"/>
              <a:ext cx="3277806" cy="5029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7" name="Isosceles Triangle 22"/>
            <p:cNvSpPr/>
            <p:nvPr/>
          </p:nvSpPr>
          <p:spPr>
            <a:xfrm rot="10800000">
              <a:off x="2125363" y="4897607"/>
              <a:ext cx="315988" cy="27240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8" name="Rectangle 87"/>
            <p:cNvSpPr/>
            <p:nvPr/>
          </p:nvSpPr>
          <p:spPr>
            <a:xfrm>
              <a:off x="640080" y="2275661"/>
              <a:ext cx="3286552" cy="26243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5313609" y="2349924"/>
            <a:ext cx="3112047" cy="2464951"/>
          </a:xfrm>
        </p:spPr>
        <p:txBody>
          <a:bodyPr vert="eaVert"/>
          <a:lstStyle>
            <a:lvl1pPr algn="l">
              <a:lnSpc>
                <a:spcPct val="80000"/>
              </a:lnSpc>
              <a:defRPr>
                <a:solidFill>
                  <a:srgbClr val="FFFE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643258" y="802808"/>
            <a:ext cx="4118291" cy="525480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40080" y="320040"/>
            <a:ext cx="2743200" cy="320040"/>
          </a:xfrm>
        </p:spPr>
        <p:txBody>
          <a:bodyPr/>
          <a:lstStyle/>
          <a:p>
            <a:fld id="{5BCAD085-E8A6-8845-BD4E-CB4CCA059FC4}" type="datetimeFigureOut">
              <a:rPr lang="en-US" smtClean="0"/>
              <a:t>3/2/2026</a:t>
            </a:fld>
            <a:endParaRPr lang="en-US"/>
          </a:p>
        </p:txBody>
      </p:sp>
      <p:sp>
        <p:nvSpPr>
          <p:cNvPr id="5" name="Footer Placeholder 4"/>
          <p:cNvSpPr>
            <a:spLocks noGrp="1"/>
          </p:cNvSpPr>
          <p:nvPr>
            <p:ph type="ftr" sz="quarter" idx="11"/>
          </p:nvPr>
        </p:nvSpPr>
        <p:spPr>
          <a:xfrm>
            <a:off x="640080" y="6227064"/>
            <a:ext cx="7854696" cy="320040"/>
          </a:xfrm>
        </p:spPr>
        <p:txBody>
          <a:bodyPr/>
          <a:lstStyle/>
          <a:p>
            <a:endParaRPr lang="en-US"/>
          </a:p>
        </p:txBody>
      </p:sp>
      <p:sp>
        <p:nvSpPr>
          <p:cNvPr id="6" name="Slide Number Placeholder 5"/>
          <p:cNvSpPr>
            <a:spLocks noGrp="1"/>
          </p:cNvSpPr>
          <p:nvPr>
            <p:ph type="sldNum" sz="quarter" idx="12"/>
          </p:nvPr>
        </p:nvSpPr>
        <p:spPr>
          <a:xfrm>
            <a:off x="7808976" y="320040"/>
            <a:ext cx="685800" cy="32004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469491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25554" y="2349925"/>
            <a:ext cx="3112047" cy="2464952"/>
          </a:xfrm>
          <a:prstGeom prst="rect">
            <a:avLst/>
          </a:prstGeom>
        </p:spPr>
        <p:txBody>
          <a:bodyPr vert="horz" lIns="228600" tIns="228600" rIns="228600" bIns="22860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415687" y="794719"/>
            <a:ext cx="4079089" cy="525709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40080" y="320040"/>
            <a:ext cx="2743200" cy="320040"/>
          </a:xfrm>
          <a:prstGeom prst="rect">
            <a:avLst/>
          </a:prstGeom>
        </p:spPr>
        <p:txBody>
          <a:bodyPr vert="horz" lIns="91440" tIns="45720" rIns="91440" bIns="45720" rtlCol="0" anchor="ctr"/>
          <a:lstStyle>
            <a:lvl1pPr algn="l">
              <a:defRPr sz="1000">
                <a:solidFill>
                  <a:schemeClr val="tx1">
                    <a:tint val="75000"/>
                  </a:schemeClr>
                </a:solidFill>
              </a:defRPr>
            </a:lvl1pPr>
          </a:lstStyle>
          <a:p>
            <a:fld id="{5BCAD085-E8A6-8845-BD4E-CB4CCA059FC4}" type="datetimeFigureOut">
              <a:rPr lang="en-US" smtClean="0"/>
              <a:t>3/2/2026</a:t>
            </a:fld>
            <a:endParaRPr lang="en-US"/>
          </a:p>
        </p:txBody>
      </p:sp>
      <p:sp>
        <p:nvSpPr>
          <p:cNvPr id="5" name="Footer Placeholder 4"/>
          <p:cNvSpPr>
            <a:spLocks noGrp="1"/>
          </p:cNvSpPr>
          <p:nvPr>
            <p:ph type="ftr" sz="quarter" idx="3"/>
          </p:nvPr>
        </p:nvSpPr>
        <p:spPr>
          <a:xfrm>
            <a:off x="640080" y="6227064"/>
            <a:ext cx="7854696" cy="320040"/>
          </a:xfrm>
          <a:prstGeom prst="rect">
            <a:avLst/>
          </a:prstGeom>
        </p:spPr>
        <p:txBody>
          <a:bodyPr vert="horz" lIns="91440" tIns="45720" rIns="91440" bIns="45720" rtlCol="0" anchor="ctr"/>
          <a:lstStyle>
            <a:lvl1pPr algn="r">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808976" y="320040"/>
            <a:ext cx="685800" cy="320040"/>
          </a:xfrm>
          <a:prstGeom prst="rect">
            <a:avLst/>
          </a:prstGeom>
        </p:spPr>
        <p:txBody>
          <a:bodyPr vert="horz" lIns="91440" tIns="45720" rIns="91440" bIns="45720" rtlCol="0" anchor="ctr"/>
          <a:lstStyle>
            <a:lvl1pPr algn="r">
              <a:defRPr sz="10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41944846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685800" rtl="0" eaLnBrk="1" latinLnBrk="0" hangingPunct="1">
        <a:lnSpc>
          <a:spcPct val="85000"/>
        </a:lnSpc>
        <a:spcBef>
          <a:spcPct val="0"/>
        </a:spcBef>
        <a:buNone/>
        <a:defRPr sz="3200" b="0" i="0" kern="1200" cap="none" spc="-113">
          <a:solidFill>
            <a:schemeClr val="tx1"/>
          </a:solidFill>
          <a:effectLst/>
          <a:latin typeface="+mj-lt"/>
          <a:ea typeface="+mj-ea"/>
          <a:cs typeface="+mj-cs"/>
        </a:defRPr>
      </a:lvl1pPr>
    </p:titleStyle>
    <p:bodyStyle>
      <a:lvl1pPr marL="171450" indent="-171450" algn="l" defTabSz="685800" rtl="0" eaLnBrk="1" latinLnBrk="0" hangingPunct="1">
        <a:lnSpc>
          <a:spcPct val="120000"/>
        </a:lnSpc>
        <a:spcBef>
          <a:spcPts val="750"/>
        </a:spcBef>
        <a:buClr>
          <a:schemeClr val="accent1"/>
        </a:buClr>
        <a:buSzPct val="110000"/>
        <a:buFont typeface="Wingdings" panose="05000000000000000000" pitchFamily="2" charset="2"/>
        <a:buChar char="§"/>
        <a:defRPr sz="1600" kern="1200">
          <a:solidFill>
            <a:schemeClr val="tx1"/>
          </a:solidFill>
          <a:effectLst/>
          <a:latin typeface="+mn-lt"/>
          <a:ea typeface="+mn-ea"/>
          <a:cs typeface="+mn-cs"/>
        </a:defRPr>
      </a:lvl1pPr>
      <a:lvl2pPr marL="514350" indent="-171450" algn="l" defTabSz="685800" rtl="0" eaLnBrk="1" latinLnBrk="0" hangingPunct="1">
        <a:lnSpc>
          <a:spcPct val="120000"/>
        </a:lnSpc>
        <a:spcBef>
          <a:spcPts val="375"/>
        </a:spcBef>
        <a:buClr>
          <a:schemeClr val="accent1"/>
        </a:buClr>
        <a:buSzPct val="110000"/>
        <a:buFont typeface="Wingdings" panose="05000000000000000000" pitchFamily="2" charset="2"/>
        <a:buChar char="§"/>
        <a:defRPr sz="1400" kern="1200">
          <a:solidFill>
            <a:schemeClr val="tx1"/>
          </a:solidFill>
          <a:effectLst/>
          <a:latin typeface="+mn-lt"/>
          <a:ea typeface="+mn-ea"/>
          <a:cs typeface="+mn-cs"/>
        </a:defRPr>
      </a:lvl2pPr>
      <a:lvl3pPr marL="857250" indent="-171450" algn="l" defTabSz="685800" rtl="0" eaLnBrk="1" latinLnBrk="0" hangingPunct="1">
        <a:lnSpc>
          <a:spcPct val="120000"/>
        </a:lnSpc>
        <a:spcBef>
          <a:spcPts val="375"/>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3pPr>
      <a:lvl4pPr marL="1200150" indent="-171450" algn="l" defTabSz="685800" rtl="0" eaLnBrk="1" latinLnBrk="0" hangingPunct="1">
        <a:lnSpc>
          <a:spcPct val="120000"/>
        </a:lnSpc>
        <a:spcBef>
          <a:spcPts val="375"/>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4pPr>
      <a:lvl5pPr marL="1543050" indent="-171450" algn="l" defTabSz="685800" rtl="0" eaLnBrk="1" latinLnBrk="0" hangingPunct="1">
        <a:lnSpc>
          <a:spcPct val="120000"/>
        </a:lnSpc>
        <a:spcBef>
          <a:spcPts val="375"/>
        </a:spcBef>
        <a:buClr>
          <a:schemeClr val="accent1"/>
        </a:buClr>
        <a:buSzPct val="110000"/>
        <a:buFont typeface="Wingdings" panose="05000000000000000000" pitchFamily="2" charset="2"/>
        <a:buChar char="§"/>
        <a:defRPr sz="1200" kern="1200">
          <a:solidFill>
            <a:schemeClr val="tx1"/>
          </a:solidFill>
          <a:effectLst/>
          <a:latin typeface="+mn-lt"/>
          <a:ea typeface="+mn-ea"/>
          <a:cs typeface="+mn-cs"/>
        </a:defRPr>
      </a:lvl5pPr>
      <a:lvl6pPr marL="1885950" indent="-171450" algn="l" defTabSz="685800" rtl="0" eaLnBrk="1" latinLnBrk="0" hangingPunct="1">
        <a:lnSpc>
          <a:spcPct val="120000"/>
        </a:lnSpc>
        <a:spcBef>
          <a:spcPts val="375"/>
        </a:spcBef>
        <a:buClr>
          <a:schemeClr val="accent1"/>
        </a:buClr>
        <a:buSzPct val="110000"/>
        <a:buFont typeface="Wingdings" panose="05000000000000000000" pitchFamily="2" charset="2"/>
        <a:buChar char="§"/>
        <a:defRPr sz="900" kern="1200">
          <a:solidFill>
            <a:schemeClr val="tx1"/>
          </a:solidFill>
          <a:effectLst/>
          <a:latin typeface="+mn-lt"/>
          <a:ea typeface="+mn-ea"/>
          <a:cs typeface="+mn-cs"/>
        </a:defRPr>
      </a:lvl6pPr>
      <a:lvl7pPr marL="2228850" indent="-171450" algn="l" defTabSz="685800" rtl="0" eaLnBrk="1" latinLnBrk="0" hangingPunct="1">
        <a:lnSpc>
          <a:spcPct val="120000"/>
        </a:lnSpc>
        <a:spcBef>
          <a:spcPts val="375"/>
        </a:spcBef>
        <a:buClr>
          <a:schemeClr val="accent1"/>
        </a:buClr>
        <a:buSzPct val="110000"/>
        <a:buFont typeface="Wingdings" panose="05000000000000000000" pitchFamily="2" charset="2"/>
        <a:buChar char="§"/>
        <a:defRPr sz="900" kern="1200">
          <a:solidFill>
            <a:schemeClr val="tx1"/>
          </a:solidFill>
          <a:effectLst/>
          <a:latin typeface="+mn-lt"/>
          <a:ea typeface="+mn-ea"/>
          <a:cs typeface="+mn-cs"/>
        </a:defRPr>
      </a:lvl7pPr>
      <a:lvl8pPr marL="2571750" indent="-171450" algn="l" defTabSz="685800" rtl="0" eaLnBrk="1" latinLnBrk="0" hangingPunct="1">
        <a:lnSpc>
          <a:spcPct val="120000"/>
        </a:lnSpc>
        <a:spcBef>
          <a:spcPts val="375"/>
        </a:spcBef>
        <a:buClr>
          <a:schemeClr val="accent1"/>
        </a:buClr>
        <a:buSzPct val="110000"/>
        <a:buFont typeface="Wingdings" panose="05000000000000000000" pitchFamily="2" charset="2"/>
        <a:buChar char="§"/>
        <a:defRPr sz="900" kern="1200">
          <a:solidFill>
            <a:schemeClr val="tx1"/>
          </a:solidFill>
          <a:effectLst/>
          <a:latin typeface="+mn-lt"/>
          <a:ea typeface="+mn-ea"/>
          <a:cs typeface="+mn-cs"/>
        </a:defRPr>
      </a:lvl8pPr>
      <a:lvl9pPr marL="2914650" indent="-171450" algn="l" defTabSz="685800" rtl="0" eaLnBrk="1" latinLnBrk="0" hangingPunct="1">
        <a:lnSpc>
          <a:spcPct val="120000"/>
        </a:lnSpc>
        <a:spcBef>
          <a:spcPts val="375"/>
        </a:spcBef>
        <a:buClr>
          <a:schemeClr val="accent1"/>
        </a:buClr>
        <a:buSzPct val="110000"/>
        <a:buFont typeface="Wingdings" panose="05000000000000000000" pitchFamily="2" charset="2"/>
        <a:buChar char="§"/>
        <a:defRPr sz="900" kern="120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BDBA639-2A71-4A60-A71A-FF1836F546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5E208A8B-5EBD-4532-BE72-26414FA7CF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47255" y="-59376"/>
            <a:ext cx="9386886" cy="6923798"/>
            <a:chOff x="-329674" y="-51881"/>
            <a:chExt cx="12515851" cy="6923798"/>
          </a:xfrm>
        </p:grpSpPr>
        <p:sp>
          <p:nvSpPr>
            <p:cNvPr id="11" name="Freeform 5">
              <a:extLst>
                <a:ext uri="{FF2B5EF4-FFF2-40B4-BE49-F238E27FC236}">
                  <a16:creationId xmlns:a16="http://schemas.microsoft.com/office/drawing/2014/main" id="{15D09196-B338-4AB5-A71B-CFD5FFCA62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9674" y="1298404"/>
              <a:ext cx="9702800" cy="5573512"/>
            </a:xfrm>
            <a:custGeom>
              <a:avLst/>
              <a:gdLst/>
              <a:ahLst/>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2" name="Freeform 6">
              <a:extLst>
                <a:ext uri="{FF2B5EF4-FFF2-40B4-BE49-F238E27FC236}">
                  <a16:creationId xmlns:a16="http://schemas.microsoft.com/office/drawing/2014/main" id="{F50B4463-128A-4677-A285-C017E6C543E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70451" y="2018236"/>
              <a:ext cx="7373938" cy="4848892"/>
            </a:xfrm>
            <a:custGeom>
              <a:avLst/>
              <a:gdLst/>
              <a:ahLst/>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3" name="Freeform 7">
              <a:extLst>
                <a:ext uri="{FF2B5EF4-FFF2-40B4-BE49-F238E27FC236}">
                  <a16:creationId xmlns:a16="http://schemas.microsoft.com/office/drawing/2014/main" id="{1D9B95CD-F023-4DFA-9678-1E02713F74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1351" y="1788400"/>
              <a:ext cx="8035925" cy="5083516"/>
            </a:xfrm>
            <a:custGeom>
              <a:avLst/>
              <a:gdLst/>
              <a:ahLst/>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4" name="Freeform 8">
              <a:extLst>
                <a:ext uri="{FF2B5EF4-FFF2-40B4-BE49-F238E27FC236}">
                  <a16:creationId xmlns:a16="http://schemas.microsoft.com/office/drawing/2014/main" id="{1DDF47A8-BE7B-43F3-A500-F5A4656D83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49842"/>
              <a:ext cx="10334625" cy="6322075"/>
            </a:xfrm>
            <a:custGeom>
              <a:avLst/>
              <a:gdLst/>
              <a:ahLst/>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5" name="Freeform 9">
              <a:extLst>
                <a:ext uri="{FF2B5EF4-FFF2-40B4-BE49-F238E27FC236}">
                  <a16:creationId xmlns:a16="http://schemas.microsoft.com/office/drawing/2014/main" id="{2DD394DE-76FB-42F8-85F2-FD436F4232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6186246"/>
              <a:ext cx="504825" cy="681527"/>
            </a:xfrm>
            <a:custGeom>
              <a:avLst/>
              <a:gdLst/>
              <a:ahLst/>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6" name="Freeform 10">
              <a:extLst>
                <a:ext uri="{FF2B5EF4-FFF2-40B4-BE49-F238E27FC236}">
                  <a16:creationId xmlns:a16="http://schemas.microsoft.com/office/drawing/2014/main" id="{B95F2EFB-87E6-4400-AAF3-7EB8B4F156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1881"/>
              <a:ext cx="11091863" cy="6923796"/>
            </a:xfrm>
            <a:custGeom>
              <a:avLst/>
              <a:gdLst/>
              <a:ahLst/>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7" name="Freeform 11">
              <a:extLst>
                <a:ext uri="{FF2B5EF4-FFF2-40B4-BE49-F238E27FC236}">
                  <a16:creationId xmlns:a16="http://schemas.microsoft.com/office/drawing/2014/main" id="{1D463476-2BC7-418C-9D6F-51444B11A7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26601" y="5579"/>
              <a:ext cx="5788025" cy="6847184"/>
            </a:xfrm>
            <a:custGeom>
              <a:avLst/>
              <a:gdLst/>
              <a:ahLst/>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8" name="Freeform 12">
              <a:extLst>
                <a:ext uri="{FF2B5EF4-FFF2-40B4-BE49-F238E27FC236}">
                  <a16:creationId xmlns:a16="http://schemas.microsoft.com/office/drawing/2014/main" id="{24011122-2495-478A-81BF-ABBDEA1DA8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1057275" cy="614491"/>
            </a:xfrm>
            <a:custGeom>
              <a:avLst/>
              <a:gdLst/>
              <a:ahLst/>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19" name="Freeform 13">
              <a:extLst>
                <a:ext uri="{FF2B5EF4-FFF2-40B4-BE49-F238E27FC236}">
                  <a16:creationId xmlns:a16="http://schemas.microsoft.com/office/drawing/2014/main" id="{C79E87C5-E5B3-476B-B539-FC9CF4A33B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821889" y="5579"/>
              <a:ext cx="5588000" cy="6866337"/>
            </a:xfrm>
            <a:custGeom>
              <a:avLst/>
              <a:gdLst/>
              <a:ahLst/>
              <a:cxnLst/>
              <a:rect l="0" t="0" r="r" b="b"/>
              <a:pathLst>
                <a:path w="1174" h="1440">
                  <a:moveTo>
                    <a:pt x="1067" y="1440"/>
                  </a:moveTo>
                  <a:cubicBezTo>
                    <a:pt x="1174" y="1124"/>
                    <a:pt x="887" y="797"/>
                    <a:pt x="698" y="577"/>
                  </a:cubicBezTo>
                  <a:cubicBezTo>
                    <a:pt x="500" y="348"/>
                    <a:pt x="270" y="141"/>
                    <a:pt x="0" y="0"/>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20" name="Freeform 14">
              <a:extLst>
                <a:ext uri="{FF2B5EF4-FFF2-40B4-BE49-F238E27FC236}">
                  <a16:creationId xmlns:a16="http://schemas.microsoft.com/office/drawing/2014/main" id="{956029CA-2B38-434D-9044-5FF3A1ECD1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701" y="790"/>
              <a:ext cx="595313" cy="352734"/>
            </a:xfrm>
            <a:custGeom>
              <a:avLst/>
              <a:gdLst/>
              <a:ahLst/>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21" name="Freeform 15">
              <a:extLst>
                <a:ext uri="{FF2B5EF4-FFF2-40B4-BE49-F238E27FC236}">
                  <a16:creationId xmlns:a16="http://schemas.microsoft.com/office/drawing/2014/main" id="{9514CFB6-E8DB-43DC-B1CD-9CC2D4B276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012389" y="5579"/>
              <a:ext cx="5497513" cy="6866337"/>
            </a:xfrm>
            <a:custGeom>
              <a:avLst/>
              <a:gdLst/>
              <a:ahLst/>
              <a:cxnLst/>
              <a:rect l="0" t="0" r="r" b="b"/>
              <a:pathLst>
                <a:path w="1155" h="1440">
                  <a:moveTo>
                    <a:pt x="1056" y="1440"/>
                  </a:moveTo>
                  <a:cubicBezTo>
                    <a:pt x="1155" y="1123"/>
                    <a:pt x="875" y="801"/>
                    <a:pt x="686" y="580"/>
                  </a:cubicBezTo>
                  <a:cubicBezTo>
                    <a:pt x="491" y="352"/>
                    <a:pt x="264" y="145"/>
                    <a:pt x="0" y="0"/>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22" name="Freeform 16">
              <a:extLst>
                <a:ext uri="{FF2B5EF4-FFF2-40B4-BE49-F238E27FC236}">
                  <a16:creationId xmlns:a16="http://schemas.microsoft.com/office/drawing/2014/main" id="{BD8C1FC8-E550-45BE-9F30-822BAB3781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61" y="5579"/>
              <a:ext cx="357188" cy="213875"/>
            </a:xfrm>
            <a:custGeom>
              <a:avLst/>
              <a:gdLst/>
              <a:ahLst/>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23" name="Freeform 17">
              <a:extLst>
                <a:ext uri="{FF2B5EF4-FFF2-40B4-BE49-F238E27FC236}">
                  <a16:creationId xmlns:a16="http://schemas.microsoft.com/office/drawing/2014/main" id="{D1646B5D-A7B7-41EC-9591-0E0C0F4F94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210826" y="790"/>
              <a:ext cx="5522913" cy="6871126"/>
            </a:xfrm>
            <a:custGeom>
              <a:avLst/>
              <a:gdLst/>
              <a:ahLst/>
              <a:cxnLst/>
              <a:rect l="0" t="0" r="r" b="b"/>
              <a:pathLst>
                <a:path w="1160" h="1441">
                  <a:moveTo>
                    <a:pt x="1053" y="1441"/>
                  </a:moveTo>
                  <a:cubicBezTo>
                    <a:pt x="1160" y="1129"/>
                    <a:pt x="892" y="817"/>
                    <a:pt x="705" y="599"/>
                  </a:cubicBezTo>
                  <a:cubicBezTo>
                    <a:pt x="503" y="365"/>
                    <a:pt x="270" y="152"/>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24" name="Freeform 18">
              <a:extLst>
                <a:ext uri="{FF2B5EF4-FFF2-40B4-BE49-F238E27FC236}">
                  <a16:creationId xmlns:a16="http://schemas.microsoft.com/office/drawing/2014/main" id="{E2118E93-481E-4843-987E-378187AA37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63239" y="5579"/>
              <a:ext cx="5413375" cy="6866337"/>
            </a:xfrm>
            <a:custGeom>
              <a:avLst/>
              <a:gdLst/>
              <a:ahLst/>
              <a:cxnLst/>
              <a:rect l="0" t="0" r="r" b="b"/>
              <a:pathLst>
                <a:path w="1137" h="1440">
                  <a:moveTo>
                    <a:pt x="1040" y="1440"/>
                  </a:moveTo>
                  <a:cubicBezTo>
                    <a:pt x="1137" y="1131"/>
                    <a:pt x="883" y="828"/>
                    <a:pt x="698" y="611"/>
                  </a:cubicBezTo>
                  <a:cubicBezTo>
                    <a:pt x="498" y="375"/>
                    <a:pt x="268" y="159"/>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25" name="Freeform 19">
              <a:extLst>
                <a:ext uri="{FF2B5EF4-FFF2-40B4-BE49-F238E27FC236}">
                  <a16:creationId xmlns:a16="http://schemas.microsoft.com/office/drawing/2014/main" id="{77038464-F4E2-47EC-A87F-18469191E3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877576" y="5579"/>
              <a:ext cx="5037138" cy="6861550"/>
            </a:xfrm>
            <a:custGeom>
              <a:avLst/>
              <a:gdLst/>
              <a:ahLst/>
              <a:cxnLst/>
              <a:rect l="0" t="0" r="r" b="b"/>
              <a:pathLst>
                <a:path w="1058" h="1439">
                  <a:moveTo>
                    <a:pt x="1011" y="1439"/>
                  </a:moveTo>
                  <a:cubicBezTo>
                    <a:pt x="1058" y="1131"/>
                    <a:pt x="825" y="841"/>
                    <a:pt x="648" y="617"/>
                  </a:cubicBezTo>
                  <a:cubicBezTo>
                    <a:pt x="462" y="383"/>
                    <a:pt x="248" y="16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26" name="Freeform 20">
              <a:extLst>
                <a:ext uri="{FF2B5EF4-FFF2-40B4-BE49-F238E27FC236}">
                  <a16:creationId xmlns:a16="http://schemas.microsoft.com/office/drawing/2014/main" id="{FB3BBEB1-E146-408F-95B7-EE2F269DE1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768289" y="5579"/>
              <a:ext cx="3417888" cy="2742066"/>
            </a:xfrm>
            <a:custGeom>
              <a:avLst/>
              <a:gdLst/>
              <a:ahLst/>
              <a:cxnLst/>
              <a:rect l="0" t="0" r="r" b="b"/>
              <a:pathLst>
                <a:path w="718" h="575">
                  <a:moveTo>
                    <a:pt x="718" y="575"/>
                  </a:moveTo>
                  <a:cubicBezTo>
                    <a:pt x="500" y="360"/>
                    <a:pt x="260" y="163"/>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27" name="Freeform 21">
              <a:extLst>
                <a:ext uri="{FF2B5EF4-FFF2-40B4-BE49-F238E27FC236}">
                  <a16:creationId xmlns:a16="http://schemas.microsoft.com/office/drawing/2014/main" id="{C765B285-56EC-47FC-B116-274EBBD61A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235014" y="10367"/>
              <a:ext cx="2951163" cy="2555325"/>
            </a:xfrm>
            <a:custGeom>
              <a:avLst/>
              <a:gdLst/>
              <a:ahLst/>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28" name="Freeform 22">
              <a:extLst>
                <a:ext uri="{FF2B5EF4-FFF2-40B4-BE49-F238E27FC236}">
                  <a16:creationId xmlns:a16="http://schemas.microsoft.com/office/drawing/2014/main" id="{CB4A6191-6913-42EA-905E-8A174AE2C9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020826" y="5579"/>
              <a:ext cx="2165350" cy="1358265"/>
            </a:xfrm>
            <a:custGeom>
              <a:avLst/>
              <a:gdLst/>
              <a:ahLst/>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sp>
          <p:nvSpPr>
            <p:cNvPr id="29" name="Freeform 23">
              <a:extLst>
                <a:ext uri="{FF2B5EF4-FFF2-40B4-BE49-F238E27FC236}">
                  <a16:creationId xmlns:a16="http://schemas.microsoft.com/office/drawing/2014/main" id="{8ADEEF92-F481-475A-845C-5E940F0D55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1290826" y="5579"/>
              <a:ext cx="895350" cy="534687"/>
            </a:xfrm>
            <a:custGeom>
              <a:avLst/>
              <a:gdLst/>
              <a:ahLst/>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IN"/>
            </a:p>
          </p:txBody>
        </p:sp>
      </p:grpSp>
      <p:sp>
        <p:nvSpPr>
          <p:cNvPr id="31" name="Freeform: Shape 30">
            <a:extLst>
              <a:ext uri="{FF2B5EF4-FFF2-40B4-BE49-F238E27FC236}">
                <a16:creationId xmlns:a16="http://schemas.microsoft.com/office/drawing/2014/main" id="{D9C506D7-84CB-4057-A44A-465313E785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31529">
            <a:off x="1630437" y="2448612"/>
            <a:ext cx="3314067" cy="4259609"/>
          </a:xfrm>
          <a:custGeom>
            <a:avLst/>
            <a:gdLst>
              <a:gd name="connsiteX0" fmla="*/ 404107 w 4507111"/>
              <a:gd name="connsiteY0" fmla="*/ 0 h 4344781"/>
              <a:gd name="connsiteX1" fmla="*/ 371857 w 4507111"/>
              <a:gd name="connsiteY1" fmla="*/ 117359 h 4344781"/>
              <a:gd name="connsiteX2" fmla="*/ 307833 w 4507111"/>
              <a:gd name="connsiteY2" fmla="*/ 632970 h 4344781"/>
              <a:gd name="connsiteX3" fmla="*/ 3569418 w 4507111"/>
              <a:gd name="connsiteY3" fmla="*/ 4141149 h 4344781"/>
              <a:gd name="connsiteX4" fmla="*/ 4440861 w 4507111"/>
              <a:gd name="connsiteY4" fmla="*/ 4332480 h 4344781"/>
              <a:gd name="connsiteX5" fmla="*/ 4507111 w 4507111"/>
              <a:gd name="connsiteY5" fmla="*/ 4341752 h 4344781"/>
              <a:gd name="connsiteX6" fmla="*/ 4296045 w 4507111"/>
              <a:gd name="connsiteY6" fmla="*/ 4344781 h 4344781"/>
              <a:gd name="connsiteX7" fmla="*/ 3749565 w 4507111"/>
              <a:gd name="connsiteY7" fmla="*/ 4321853 h 4344781"/>
              <a:gd name="connsiteX8" fmla="*/ 36764 w 4507111"/>
              <a:gd name="connsiteY8" fmla="*/ 1629794 h 4344781"/>
              <a:gd name="connsiteX9" fmla="*/ 300069 w 4507111"/>
              <a:gd name="connsiteY9" fmla="*/ 144750 h 4344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07111" h="4344781">
                <a:moveTo>
                  <a:pt x="404107" y="0"/>
                </a:moveTo>
                <a:lnTo>
                  <a:pt x="371857" y="117359"/>
                </a:lnTo>
                <a:cubicBezTo>
                  <a:pt x="333827" y="278567"/>
                  <a:pt x="311875" y="450459"/>
                  <a:pt x="307833" y="632970"/>
                </a:cubicBezTo>
                <a:cubicBezTo>
                  <a:pt x="264711" y="2579752"/>
                  <a:pt x="2253987" y="3769243"/>
                  <a:pt x="3569418" y="4141149"/>
                </a:cubicBezTo>
                <a:cubicBezTo>
                  <a:pt x="3816061" y="4210881"/>
                  <a:pt x="4114807" y="4279754"/>
                  <a:pt x="4440861" y="4332480"/>
                </a:cubicBezTo>
                <a:lnTo>
                  <a:pt x="4507111" y="4341752"/>
                </a:lnTo>
                <a:lnTo>
                  <a:pt x="4296045" y="4344781"/>
                </a:lnTo>
                <a:cubicBezTo>
                  <a:pt x="4097363" y="4343711"/>
                  <a:pt x="3912623" y="4335104"/>
                  <a:pt x="3749565" y="4321853"/>
                </a:cubicBezTo>
                <a:cubicBezTo>
                  <a:pt x="2445102" y="4215850"/>
                  <a:pt x="356405" y="3466499"/>
                  <a:pt x="36764" y="1629794"/>
                </a:cubicBezTo>
                <a:cubicBezTo>
                  <a:pt x="-63123" y="1055823"/>
                  <a:pt x="45741" y="555869"/>
                  <a:pt x="300069" y="14475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Oval 32">
            <a:extLst>
              <a:ext uri="{FF2B5EF4-FFF2-40B4-BE49-F238E27FC236}">
                <a16:creationId xmlns:a16="http://schemas.microsoft.com/office/drawing/2014/main" id="{7842FC68-61FD-4700-8A22-BB8B071884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65934" y="691977"/>
            <a:ext cx="5821442" cy="5343064"/>
          </a:xfrm>
          <a:custGeom>
            <a:avLst/>
            <a:gdLst>
              <a:gd name="connsiteX0" fmla="*/ 0 w 6428838"/>
              <a:gd name="connsiteY0" fmla="*/ 2579031 h 5158062"/>
              <a:gd name="connsiteX1" fmla="*/ 3214419 w 6428838"/>
              <a:gd name="connsiteY1" fmla="*/ 0 h 5158062"/>
              <a:gd name="connsiteX2" fmla="*/ 6428838 w 6428838"/>
              <a:gd name="connsiteY2" fmla="*/ 2579031 h 5158062"/>
              <a:gd name="connsiteX3" fmla="*/ 3214419 w 6428838"/>
              <a:gd name="connsiteY3" fmla="*/ 5158062 h 5158062"/>
              <a:gd name="connsiteX4" fmla="*/ 0 w 6428838"/>
              <a:gd name="connsiteY4" fmla="*/ 2579031 h 5158062"/>
              <a:gd name="connsiteX0" fmla="*/ 3321 w 6432159"/>
              <a:gd name="connsiteY0" fmla="*/ 2647125 h 5226156"/>
              <a:gd name="connsiteX1" fmla="*/ 2789723 w 6432159"/>
              <a:gd name="connsiteY1" fmla="*/ 0 h 5226156"/>
              <a:gd name="connsiteX2" fmla="*/ 6432159 w 6432159"/>
              <a:gd name="connsiteY2" fmla="*/ 2647125 h 5226156"/>
              <a:gd name="connsiteX3" fmla="*/ 3217740 w 6432159"/>
              <a:gd name="connsiteY3" fmla="*/ 5226156 h 5226156"/>
              <a:gd name="connsiteX4" fmla="*/ 3321 w 6432159"/>
              <a:gd name="connsiteY4" fmla="*/ 2647125 h 5226156"/>
              <a:gd name="connsiteX0" fmla="*/ 1953 w 6566979"/>
              <a:gd name="connsiteY0" fmla="*/ 2695803 h 5226224"/>
              <a:gd name="connsiteX1" fmla="*/ 2924543 w 6566979"/>
              <a:gd name="connsiteY1" fmla="*/ 39 h 5226224"/>
              <a:gd name="connsiteX2" fmla="*/ 6566979 w 6566979"/>
              <a:gd name="connsiteY2" fmla="*/ 2647164 h 5226224"/>
              <a:gd name="connsiteX3" fmla="*/ 3352560 w 6566979"/>
              <a:gd name="connsiteY3" fmla="*/ 5226195 h 5226224"/>
              <a:gd name="connsiteX4" fmla="*/ 1953 w 6566979"/>
              <a:gd name="connsiteY4" fmla="*/ 2695803 h 5226224"/>
              <a:gd name="connsiteX0" fmla="*/ 8982 w 6574008"/>
              <a:gd name="connsiteY0" fmla="*/ 2695803 h 5226313"/>
              <a:gd name="connsiteX1" fmla="*/ 2931572 w 6574008"/>
              <a:gd name="connsiteY1" fmla="*/ 39 h 5226313"/>
              <a:gd name="connsiteX2" fmla="*/ 6574008 w 6574008"/>
              <a:gd name="connsiteY2" fmla="*/ 2647164 h 5226313"/>
              <a:gd name="connsiteX3" fmla="*/ 3359589 w 6574008"/>
              <a:gd name="connsiteY3" fmla="*/ 5226195 h 5226313"/>
              <a:gd name="connsiteX4" fmla="*/ 8982 w 6574008"/>
              <a:gd name="connsiteY4" fmla="*/ 2695803 h 5226313"/>
              <a:gd name="connsiteX0" fmla="*/ 11929 w 6576955"/>
              <a:gd name="connsiteY0" fmla="*/ 2695953 h 5226463"/>
              <a:gd name="connsiteX1" fmla="*/ 2934519 w 6576955"/>
              <a:gd name="connsiteY1" fmla="*/ 189 h 5226463"/>
              <a:gd name="connsiteX2" fmla="*/ 6576955 w 6576955"/>
              <a:gd name="connsiteY2" fmla="*/ 2647314 h 5226463"/>
              <a:gd name="connsiteX3" fmla="*/ 3362536 w 6576955"/>
              <a:gd name="connsiteY3" fmla="*/ 5226345 h 5226463"/>
              <a:gd name="connsiteX4" fmla="*/ 11929 w 6576955"/>
              <a:gd name="connsiteY4" fmla="*/ 2695953 h 5226463"/>
              <a:gd name="connsiteX0" fmla="*/ 9262 w 6963394"/>
              <a:gd name="connsiteY0" fmla="*/ 2705797 h 5247356"/>
              <a:gd name="connsiteX1" fmla="*/ 2931852 w 6963394"/>
              <a:gd name="connsiteY1" fmla="*/ 10033 h 5247356"/>
              <a:gd name="connsiteX2" fmla="*/ 6963394 w 6963394"/>
              <a:gd name="connsiteY2" fmla="*/ 3318639 h 5247356"/>
              <a:gd name="connsiteX3" fmla="*/ 3359869 w 6963394"/>
              <a:gd name="connsiteY3" fmla="*/ 5236189 h 5247356"/>
              <a:gd name="connsiteX4" fmla="*/ 9262 w 6963394"/>
              <a:gd name="connsiteY4" fmla="*/ 2705797 h 5247356"/>
              <a:gd name="connsiteX0" fmla="*/ 9262 w 6963394"/>
              <a:gd name="connsiteY0" fmla="*/ 2705797 h 5247356"/>
              <a:gd name="connsiteX1" fmla="*/ 2931852 w 6963394"/>
              <a:gd name="connsiteY1" fmla="*/ 10033 h 5247356"/>
              <a:gd name="connsiteX2" fmla="*/ 6963394 w 6963394"/>
              <a:gd name="connsiteY2" fmla="*/ 3318639 h 5247356"/>
              <a:gd name="connsiteX3" fmla="*/ 3359869 w 6963394"/>
              <a:gd name="connsiteY3" fmla="*/ 5236189 h 5247356"/>
              <a:gd name="connsiteX4" fmla="*/ 9262 w 6963394"/>
              <a:gd name="connsiteY4" fmla="*/ 2705797 h 5247356"/>
              <a:gd name="connsiteX0" fmla="*/ 9262 w 6963394"/>
              <a:gd name="connsiteY0" fmla="*/ 2705797 h 5292159"/>
              <a:gd name="connsiteX1" fmla="*/ 2931852 w 6963394"/>
              <a:gd name="connsiteY1" fmla="*/ 10033 h 5292159"/>
              <a:gd name="connsiteX2" fmla="*/ 6963394 w 6963394"/>
              <a:gd name="connsiteY2" fmla="*/ 3318639 h 5292159"/>
              <a:gd name="connsiteX3" fmla="*/ 3359869 w 6963394"/>
              <a:gd name="connsiteY3" fmla="*/ 5236189 h 5292159"/>
              <a:gd name="connsiteX4" fmla="*/ 9262 w 6963394"/>
              <a:gd name="connsiteY4" fmla="*/ 2705797 h 5292159"/>
              <a:gd name="connsiteX0" fmla="*/ 9262 w 6963394"/>
              <a:gd name="connsiteY0" fmla="*/ 2705797 h 5259961"/>
              <a:gd name="connsiteX1" fmla="*/ 2931852 w 6963394"/>
              <a:gd name="connsiteY1" fmla="*/ 10033 h 5259961"/>
              <a:gd name="connsiteX2" fmla="*/ 6963394 w 6963394"/>
              <a:gd name="connsiteY2" fmla="*/ 3318639 h 5259961"/>
              <a:gd name="connsiteX3" fmla="*/ 3359869 w 6963394"/>
              <a:gd name="connsiteY3" fmla="*/ 5236189 h 5259961"/>
              <a:gd name="connsiteX4" fmla="*/ 9262 w 6963394"/>
              <a:gd name="connsiteY4" fmla="*/ 2705797 h 5259961"/>
              <a:gd name="connsiteX0" fmla="*/ 9557 w 7352795"/>
              <a:gd name="connsiteY0" fmla="*/ 2707501 h 5252013"/>
              <a:gd name="connsiteX1" fmla="*/ 2932147 w 7352795"/>
              <a:gd name="connsiteY1" fmla="*/ 11737 h 5252013"/>
              <a:gd name="connsiteX2" fmla="*/ 7352795 w 7352795"/>
              <a:gd name="connsiteY2" fmla="*/ 3378709 h 5252013"/>
              <a:gd name="connsiteX3" fmla="*/ 3360164 w 7352795"/>
              <a:gd name="connsiteY3" fmla="*/ 5237893 h 5252013"/>
              <a:gd name="connsiteX4" fmla="*/ 9557 w 7352795"/>
              <a:gd name="connsiteY4" fmla="*/ 2707501 h 5252013"/>
              <a:gd name="connsiteX0" fmla="*/ 8078 w 7789061"/>
              <a:gd name="connsiteY0" fmla="*/ 2744796 h 5249051"/>
              <a:gd name="connsiteX1" fmla="*/ 3368413 w 7789061"/>
              <a:gd name="connsiteY1" fmla="*/ 10121 h 5249051"/>
              <a:gd name="connsiteX2" fmla="*/ 7789061 w 7789061"/>
              <a:gd name="connsiteY2" fmla="*/ 3377093 h 5249051"/>
              <a:gd name="connsiteX3" fmla="*/ 3796430 w 7789061"/>
              <a:gd name="connsiteY3" fmla="*/ 5236277 h 5249051"/>
              <a:gd name="connsiteX4" fmla="*/ 8078 w 7789061"/>
              <a:gd name="connsiteY4" fmla="*/ 2744796 h 5249051"/>
              <a:gd name="connsiteX0" fmla="*/ 8078 w 7789061"/>
              <a:gd name="connsiteY0" fmla="*/ 2744796 h 5271741"/>
              <a:gd name="connsiteX1" fmla="*/ 3368413 w 7789061"/>
              <a:gd name="connsiteY1" fmla="*/ 10121 h 5271741"/>
              <a:gd name="connsiteX2" fmla="*/ 7789061 w 7789061"/>
              <a:gd name="connsiteY2" fmla="*/ 3377093 h 5271741"/>
              <a:gd name="connsiteX3" fmla="*/ 3796430 w 7789061"/>
              <a:gd name="connsiteY3" fmla="*/ 5236277 h 5271741"/>
              <a:gd name="connsiteX4" fmla="*/ 8078 w 7789061"/>
              <a:gd name="connsiteY4" fmla="*/ 2744796 h 5271741"/>
              <a:gd name="connsiteX0" fmla="*/ 1055 w 7782038"/>
              <a:gd name="connsiteY0" fmla="*/ 2738806 h 5438018"/>
              <a:gd name="connsiteX1" fmla="*/ 3361390 w 7782038"/>
              <a:gd name="connsiteY1" fmla="*/ 4131 h 5438018"/>
              <a:gd name="connsiteX2" fmla="*/ 7782038 w 7782038"/>
              <a:gd name="connsiteY2" fmla="*/ 3371103 h 5438018"/>
              <a:gd name="connsiteX3" fmla="*/ 3692130 w 7782038"/>
              <a:gd name="connsiteY3" fmla="*/ 5415113 h 5438018"/>
              <a:gd name="connsiteX4" fmla="*/ 1055 w 7782038"/>
              <a:gd name="connsiteY4" fmla="*/ 2738806 h 5438018"/>
              <a:gd name="connsiteX0" fmla="*/ 28883 w 7809866"/>
              <a:gd name="connsiteY0" fmla="*/ 2742147 h 5441359"/>
              <a:gd name="connsiteX1" fmla="*/ 3389218 w 7809866"/>
              <a:gd name="connsiteY1" fmla="*/ 7472 h 5441359"/>
              <a:gd name="connsiteX2" fmla="*/ 7809866 w 7809866"/>
              <a:gd name="connsiteY2" fmla="*/ 3374444 h 5441359"/>
              <a:gd name="connsiteX3" fmla="*/ 3719958 w 7809866"/>
              <a:gd name="connsiteY3" fmla="*/ 5418454 h 5441359"/>
              <a:gd name="connsiteX4" fmla="*/ 28883 w 7809866"/>
              <a:gd name="connsiteY4" fmla="*/ 2742147 h 5441359"/>
              <a:gd name="connsiteX0" fmla="*/ 36549 w 7817532"/>
              <a:gd name="connsiteY0" fmla="*/ 2751085 h 5450297"/>
              <a:gd name="connsiteX1" fmla="*/ 3396884 w 7817532"/>
              <a:gd name="connsiteY1" fmla="*/ 16410 h 5450297"/>
              <a:gd name="connsiteX2" fmla="*/ 7817532 w 7817532"/>
              <a:gd name="connsiteY2" fmla="*/ 3383382 h 5450297"/>
              <a:gd name="connsiteX3" fmla="*/ 3727624 w 7817532"/>
              <a:gd name="connsiteY3" fmla="*/ 5427392 h 5450297"/>
              <a:gd name="connsiteX4" fmla="*/ 36549 w 7817532"/>
              <a:gd name="connsiteY4" fmla="*/ 2751085 h 54502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7532" h="5450297">
                <a:moveTo>
                  <a:pt x="36549" y="2751085"/>
                </a:moveTo>
                <a:cubicBezTo>
                  <a:pt x="-281221" y="925127"/>
                  <a:pt x="1526121" y="-147339"/>
                  <a:pt x="3396884" y="16410"/>
                </a:cubicBezTo>
                <a:cubicBezTo>
                  <a:pt x="5267647" y="180159"/>
                  <a:pt x="7817532" y="1453184"/>
                  <a:pt x="7817532" y="3383382"/>
                </a:cubicBezTo>
                <a:cubicBezTo>
                  <a:pt x="7700800" y="5342763"/>
                  <a:pt x="5024455" y="5532775"/>
                  <a:pt x="3727624" y="5427392"/>
                </a:cubicBezTo>
                <a:cubicBezTo>
                  <a:pt x="2430794" y="5322009"/>
                  <a:pt x="354319" y="4577043"/>
                  <a:pt x="36549" y="2751085"/>
                </a:cubicBezTo>
                <a:close/>
              </a:path>
            </a:pathLst>
          </a:custGeom>
          <a:ln w="152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962207" y="2061838"/>
            <a:ext cx="5219585" cy="1662475"/>
          </a:xfrm>
        </p:spPr>
        <p:txBody>
          <a:bodyPr>
            <a:normAutofit/>
          </a:bodyPr>
          <a:lstStyle/>
          <a:p>
            <a:r>
              <a:rPr lang="en-IN" sz="4200"/>
              <a:t>Financial Performance Dashboard Analysis</a:t>
            </a:r>
          </a:p>
        </p:txBody>
      </p:sp>
      <p:sp>
        <p:nvSpPr>
          <p:cNvPr id="3" name="Subtitle 2"/>
          <p:cNvSpPr>
            <a:spLocks noGrp="1"/>
          </p:cNvSpPr>
          <p:nvPr>
            <p:ph type="subTitle" idx="1"/>
          </p:nvPr>
        </p:nvSpPr>
        <p:spPr>
          <a:xfrm>
            <a:off x="2541703" y="3783690"/>
            <a:ext cx="4060594" cy="1196717"/>
          </a:xfrm>
        </p:spPr>
        <p:txBody>
          <a:bodyPr>
            <a:normAutofit/>
          </a:bodyPr>
          <a:lstStyle/>
          <a:p>
            <a:r>
              <a:rPr lang="en-IN" sz="1700"/>
              <a:t>Problem Statement &amp; Analytical Questionnaires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Problem Statement</a:t>
            </a:r>
          </a:p>
        </p:txBody>
      </p:sp>
      <p:sp>
        <p:nvSpPr>
          <p:cNvPr id="3" name="Content Placeholder 2"/>
          <p:cNvSpPr>
            <a:spLocks noGrp="1"/>
          </p:cNvSpPr>
          <p:nvPr>
            <p:ph idx="1"/>
          </p:nvPr>
        </p:nvSpPr>
        <p:spPr/>
        <p:txBody>
          <a:bodyPr/>
          <a:lstStyle/>
          <a:p>
            <a:r>
              <a:t>Organizations often struggle to understand financial performance due to scattered data, lack of visualization, and difficulty comparing expenses, income, and account usage. Manual analysis limits decision-making speed and fails to reveal patterns, trends, or overspending areas.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Proposed Solution</a:t>
            </a:r>
          </a:p>
        </p:txBody>
      </p:sp>
      <p:sp>
        <p:nvSpPr>
          <p:cNvPr id="3" name="Content Placeholder 2"/>
          <p:cNvSpPr>
            <a:spLocks noGrp="1"/>
          </p:cNvSpPr>
          <p:nvPr>
            <p:ph idx="1"/>
          </p:nvPr>
        </p:nvSpPr>
        <p:spPr/>
        <p:txBody>
          <a:bodyPr/>
          <a:lstStyle/>
          <a:p>
            <a:r>
              <a:t>An interactive Power BI dashboard was developed to visualize financial data through charts, KPIs, and filters. The dashboard enables users to analyze spending patterns, monitor income vs expenses, track account usage, and identify financial trends dynamically.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Dashboard Objectives</a:t>
            </a:r>
          </a:p>
        </p:txBody>
      </p:sp>
      <p:sp>
        <p:nvSpPr>
          <p:cNvPr id="3" name="Content Placeholder 2"/>
          <p:cNvSpPr>
            <a:spLocks noGrp="1"/>
          </p:cNvSpPr>
          <p:nvPr>
            <p:ph idx="1"/>
          </p:nvPr>
        </p:nvSpPr>
        <p:spPr/>
        <p:txBody>
          <a:bodyPr/>
          <a:lstStyle/>
          <a:p>
            <a:r>
              <a:t>- Track financial performance</a:t>
            </a:r>
          </a:p>
          <a:p>
            <a:r>
              <a:t>- Identify high expense categories</a:t>
            </a:r>
          </a:p>
          <a:p>
            <a:r>
              <a:t>- Compare monthly income vs expenses</a:t>
            </a:r>
          </a:p>
          <a:p>
            <a:r>
              <a:t>- Analyze account distribution</a:t>
            </a:r>
          </a:p>
          <a:p>
            <a:r>
              <a:t>- Monitor daily transaction trends</a:t>
            </a:r>
          </a:p>
          <a:p>
            <a:r>
              <a:t>- Support data‑driven decisions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KPI Analysis Questions</a:t>
            </a:r>
          </a:p>
        </p:txBody>
      </p:sp>
      <p:sp>
        <p:nvSpPr>
          <p:cNvPr id="3" name="Content Placeholder 2"/>
          <p:cNvSpPr>
            <a:spLocks noGrp="1"/>
          </p:cNvSpPr>
          <p:nvPr>
            <p:ph idx="1"/>
          </p:nvPr>
        </p:nvSpPr>
        <p:spPr/>
        <p:txBody>
          <a:bodyPr/>
          <a:lstStyle/>
          <a:p>
            <a:r>
              <a:t>- Which expense category is highest?</a:t>
            </a:r>
          </a:p>
          <a:p>
            <a:r>
              <a:t>- Which area requires cost control?</a:t>
            </a:r>
          </a:p>
          <a:p>
            <a:r>
              <a:t>- Are essential expenses higher than discretionary ones?</a:t>
            </a:r>
          </a:p>
          <a:p>
            <a:r>
              <a:t>- What is the distribution of spending across categories?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Expense by Category Questions</a:t>
            </a:r>
          </a:p>
        </p:txBody>
      </p:sp>
      <p:sp>
        <p:nvSpPr>
          <p:cNvPr id="3" name="Content Placeholder 2"/>
          <p:cNvSpPr>
            <a:spLocks noGrp="1"/>
          </p:cNvSpPr>
          <p:nvPr>
            <p:ph idx="1"/>
          </p:nvPr>
        </p:nvSpPr>
        <p:spPr/>
        <p:txBody>
          <a:bodyPr/>
          <a:lstStyle/>
          <a:p>
            <a:r>
              <a:t>- Which category contributes most to expenses?</a:t>
            </a:r>
          </a:p>
          <a:p>
            <a:r>
              <a:t>- Are spending patterns consistent?</a:t>
            </a:r>
          </a:p>
          <a:p>
            <a:r>
              <a:t>- Which category can be optimized?</a:t>
            </a:r>
          </a:p>
          <a:p>
            <a:r>
              <a:t>- Is expense distribution balanced?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Sub‑Category Analysis Questions</a:t>
            </a:r>
          </a:p>
        </p:txBody>
      </p:sp>
      <p:sp>
        <p:nvSpPr>
          <p:cNvPr id="3" name="Content Placeholder 2"/>
          <p:cNvSpPr>
            <a:spLocks noGrp="1"/>
          </p:cNvSpPr>
          <p:nvPr>
            <p:ph idx="1"/>
          </p:nvPr>
        </p:nvSpPr>
        <p:spPr/>
        <p:txBody>
          <a:bodyPr/>
          <a:lstStyle/>
          <a:p>
            <a:r>
              <a:t>- Which sub-category has the highest cost?</a:t>
            </a:r>
          </a:p>
          <a:p>
            <a:r>
              <a:t>- Are essential costs dominating?</a:t>
            </a:r>
          </a:p>
          <a:p>
            <a:r>
              <a:t>- Which sub-category shows reduction opportunity?</a:t>
            </a:r>
          </a:p>
          <a:p>
            <a:r>
              <a:t>- Are lifestyle expenses excessive?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Monthly Income vs Expense Questions</a:t>
            </a:r>
          </a:p>
        </p:txBody>
      </p:sp>
      <p:sp>
        <p:nvSpPr>
          <p:cNvPr id="3" name="Content Placeholder 2"/>
          <p:cNvSpPr>
            <a:spLocks noGrp="1"/>
          </p:cNvSpPr>
          <p:nvPr>
            <p:ph idx="1"/>
          </p:nvPr>
        </p:nvSpPr>
        <p:spPr/>
        <p:txBody>
          <a:bodyPr/>
          <a:lstStyle/>
          <a:p>
            <a:r>
              <a:t>- Which months show deficit?</a:t>
            </a:r>
          </a:p>
          <a:p>
            <a:r>
              <a:t>- Which month has highest income?</a:t>
            </a:r>
          </a:p>
          <a:p>
            <a:r>
              <a:t>- Are there seasonal spending trends?</a:t>
            </a:r>
          </a:p>
          <a:p>
            <a:r>
              <a:t>- Is financial stability consistent monthly?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Account Usage Questions</a:t>
            </a:r>
          </a:p>
        </p:txBody>
      </p:sp>
      <p:sp>
        <p:nvSpPr>
          <p:cNvPr id="3" name="Content Placeholder 2"/>
          <p:cNvSpPr>
            <a:spLocks noGrp="1"/>
          </p:cNvSpPr>
          <p:nvPr>
            <p:ph idx="1"/>
          </p:nvPr>
        </p:nvSpPr>
        <p:spPr/>
        <p:txBody>
          <a:bodyPr/>
          <a:lstStyle/>
          <a:p>
            <a:r>
              <a:t>- Which account type is most used?</a:t>
            </a:r>
          </a:p>
          <a:p>
            <a:r>
              <a:t>- Is credit usage higher than savings?</a:t>
            </a:r>
          </a:p>
          <a:p>
            <a:r>
              <a:t>- Is spending dependent on one account?</a:t>
            </a:r>
          </a:p>
          <a:p>
            <a:r>
              <a:t>- Which account requires monitoring?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Daily Trend Questions</a:t>
            </a:r>
          </a:p>
        </p:txBody>
      </p:sp>
      <p:sp>
        <p:nvSpPr>
          <p:cNvPr id="3" name="Content Placeholder 2"/>
          <p:cNvSpPr>
            <a:spLocks noGrp="1"/>
          </p:cNvSpPr>
          <p:nvPr>
            <p:ph idx="1"/>
          </p:nvPr>
        </p:nvSpPr>
        <p:spPr/>
        <p:txBody>
          <a:bodyPr/>
          <a:lstStyle/>
          <a:p>
            <a:r>
              <a:t>- Which days show spending spikes?</a:t>
            </a:r>
          </a:p>
          <a:p>
            <a:r>
              <a:t>- Are transactions irregular?</a:t>
            </a:r>
          </a:p>
          <a:p>
            <a:r>
              <a:t>- Are there abnormal spending patterns?</a:t>
            </a:r>
          </a:p>
          <a:p>
            <a:r>
              <a:t>- Do transactions cluster on certain dates?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Overall Financial Insight Questions</a:t>
            </a:r>
          </a:p>
        </p:txBody>
      </p:sp>
      <p:sp>
        <p:nvSpPr>
          <p:cNvPr id="3" name="Content Placeholder 2"/>
          <p:cNvSpPr>
            <a:spLocks noGrp="1"/>
          </p:cNvSpPr>
          <p:nvPr>
            <p:ph idx="1"/>
          </p:nvPr>
        </p:nvSpPr>
        <p:spPr/>
        <p:txBody>
          <a:bodyPr/>
          <a:lstStyle/>
          <a:p>
            <a:r>
              <a:t>- Is total income greater than expenses?</a:t>
            </a:r>
          </a:p>
          <a:p>
            <a:r>
              <a:t>- What is the net financial position?</a:t>
            </a:r>
          </a:p>
          <a:p>
            <a:r>
              <a:t>- Is there overspending risk?</a:t>
            </a:r>
          </a:p>
          <a:p>
            <a:r>
              <a:t>- Are expenses increasing over time?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Business Value of Dashboard</a:t>
            </a:r>
          </a:p>
        </p:txBody>
      </p:sp>
      <p:sp>
        <p:nvSpPr>
          <p:cNvPr id="3" name="Content Placeholder 2"/>
          <p:cNvSpPr>
            <a:spLocks noGrp="1"/>
          </p:cNvSpPr>
          <p:nvPr>
            <p:ph idx="1"/>
          </p:nvPr>
        </p:nvSpPr>
        <p:spPr/>
        <p:txBody>
          <a:bodyPr/>
          <a:lstStyle/>
          <a:p>
            <a:r>
              <a:t>This dashboard improves financial visibility, enables faster analysis, identifies cost optimization opportunities, supports budgeting decisions, and helps stakeholders monitor performance effectively.</a:t>
            </a:r>
          </a:p>
        </p:txBody>
      </p:sp>
    </p:spTree>
  </p:cSld>
  <p:clrMapOvr>
    <a:masterClrMapping/>
  </p:clrMapOvr>
</p:sld>
</file>

<file path=ppt/theme/theme1.xml><?xml version="1.0" encoding="utf-8"?>
<a:theme xmlns:a="http://schemas.openxmlformats.org/drawingml/2006/main" name="Atlas">
  <a:themeElements>
    <a:clrScheme name="Atlas">
      <a:dk1>
        <a:sysClr val="windowText" lastClr="000000"/>
      </a:dk1>
      <a:lt1>
        <a:sysClr val="window" lastClr="FFFFFF"/>
      </a:lt1>
      <a:dk2>
        <a:srgbClr val="454545"/>
      </a:dk2>
      <a:lt2>
        <a:srgbClr val="E0E0E0"/>
      </a:lt2>
      <a:accent1>
        <a:srgbClr val="F81B02"/>
      </a:accent1>
      <a:accent2>
        <a:srgbClr val="FC7715"/>
      </a:accent2>
      <a:accent3>
        <a:srgbClr val="AFBF41"/>
      </a:accent3>
      <a:accent4>
        <a:srgbClr val="50C49F"/>
      </a:accent4>
      <a:accent5>
        <a:srgbClr val="3B95C4"/>
      </a:accent5>
      <a:accent6>
        <a:srgbClr val="B560D4"/>
      </a:accent6>
      <a:hlink>
        <a:srgbClr val="FC5A1A"/>
      </a:hlink>
      <a:folHlink>
        <a:srgbClr val="B49E74"/>
      </a:folHlink>
    </a:clrScheme>
    <a:fontScheme name="Atlas">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tlas">
      <a:fillStyleLst>
        <a:solidFill>
          <a:schemeClr val="phClr"/>
        </a:solidFill>
        <a:gradFill rotWithShape="1">
          <a:gsLst>
            <a:gs pos="0">
              <a:schemeClr val="phClr">
                <a:tint val="62000"/>
                <a:alpha val="60000"/>
                <a:satMod val="109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hade val="90000"/>
            </a:schemeClr>
          </a:solidFill>
          <a:prstDash val="solid"/>
        </a:ln>
        <a:ln w="15875" cap="flat" cmpd="sng" algn="ctr">
          <a:solidFill>
            <a:schemeClr val="phClr">
              <a:shade val="90000"/>
            </a:schemeClr>
          </a:solidFill>
          <a:prstDash val="solid"/>
        </a:ln>
        <a:ln w="25400" cap="flat" cmpd="sng" algn="ctr">
          <a:solidFill>
            <a:schemeClr val="phClr"/>
          </a:solidFill>
          <a:prstDash val="solid"/>
        </a:ln>
      </a:lnStyleLst>
      <a:effectStyleLst>
        <a:effectStyle>
          <a:effectLst/>
        </a:effectStyle>
        <a:effectStyle>
          <a:effectLst/>
        </a:effectStyle>
        <a:effectStyle>
          <a:effectLst>
            <a:outerShdw blurRad="38100" dist="25400" dir="5400000" rotWithShape="0">
              <a:srgbClr val="000000">
                <a:alpha val="75000"/>
              </a:srgbClr>
            </a:outerShdw>
          </a:effectLst>
          <a:scene3d>
            <a:camera prst="orthographicFront">
              <a:rot lat="0" lon="0" rev="0"/>
            </a:camera>
            <a:lightRig rig="threePt" dir="tl"/>
          </a:scene3d>
          <a:sp3d>
            <a:bevelT w="0" h="0"/>
          </a:sp3d>
        </a:effectStyle>
      </a:effectStyleLst>
      <a:bgFillStyleLst>
        <a:solidFill>
          <a:schemeClr val="phClr"/>
        </a:solidFill>
        <a:solidFill>
          <a:schemeClr val="phClr"/>
        </a:solidFill>
        <a:gradFill rotWithShape="1">
          <a:gsLst>
            <a:gs pos="10000">
              <a:schemeClr val="phClr">
                <a:tint val="94000"/>
                <a:lumMod val="116000"/>
              </a:schemeClr>
            </a:gs>
            <a:gs pos="100000">
              <a:schemeClr val="phClr">
                <a:tint val="98000"/>
                <a:shade val="86000"/>
                <a:satMod val="90000"/>
                <a:lumMod val="88000"/>
              </a:schemeClr>
            </a:gs>
          </a:gsLst>
          <a:path path="circle">
            <a:fillToRect l="50000" t="15000" r="50000" b="169000"/>
          </a:path>
        </a:gradFill>
      </a:bgFillStyleLst>
    </a:fmtScheme>
  </a:themeElements>
  <a:objectDefaults/>
  <a:extraClrSchemeLst/>
  <a:extLst>
    <a:ext uri="{05A4C25C-085E-4340-85A3-A5531E510DB2}">
      <thm15:themeFamily xmlns:thm15="http://schemas.microsoft.com/office/thememl/2012/main" name="Atlas" id="{5156B0E4-0EB1-49FE-A26B-15F6F698AEC6}" vid="{508F7963-D0B5-43F7-BB2C-FCE3009C08EC}"/>
    </a:ext>
  </a:extLst>
</a:theme>
</file>

<file path=docProps/app.xml><?xml version="1.0" encoding="utf-8"?>
<Properties xmlns="http://schemas.openxmlformats.org/officeDocument/2006/extended-properties" xmlns:vt="http://schemas.openxmlformats.org/officeDocument/2006/docPropsVTypes">
  <Template>TM16401371[[fn=Atlas]]</Template>
  <TotalTime>1</TotalTime>
  <Words>389</Words>
  <Application>Microsoft Office PowerPoint</Application>
  <PresentationFormat>On-screen Show (4:3)</PresentationFormat>
  <Paragraphs>50</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Calibri Light</vt:lpstr>
      <vt:lpstr>Rockwell</vt:lpstr>
      <vt:lpstr>Wingdings</vt:lpstr>
      <vt:lpstr>Atlas</vt:lpstr>
      <vt:lpstr>Financial Performance Dashboard Analysis</vt:lpstr>
      <vt:lpstr>Problem Statement</vt:lpstr>
      <vt:lpstr>Proposed Solution</vt:lpstr>
      <vt:lpstr>Dashboard Objectives</vt:lpstr>
      <vt:lpstr>KPI Analysis Questions</vt:lpstr>
      <vt:lpstr>Expense by Category Questions</vt:lpstr>
      <vt:lpstr>Sub‑Category Analysis Questions</vt:lpstr>
      <vt:lpstr>Monthly Income vs Expense Questions</vt:lpstr>
      <vt:lpstr>Account Usage Questions</vt:lpstr>
      <vt:lpstr>Daily Trend Questions</vt:lpstr>
      <vt:lpstr>Overall Financial Insight Questions</vt:lpstr>
      <vt:lpstr>Business Value of Dashboard</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Harini B</cp:lastModifiedBy>
  <cp:revision>2</cp:revision>
  <dcterms:created xsi:type="dcterms:W3CDTF">2013-01-27T09:14:16Z</dcterms:created>
  <dcterms:modified xsi:type="dcterms:W3CDTF">2026-03-02T07:46:39Z</dcterms:modified>
  <cp:category/>
</cp:coreProperties>
</file>